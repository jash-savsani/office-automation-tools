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2.xml" ContentType="application/vnd.openxmlformats-officedocument.them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61" r:id="rId1"/>
  </p:sldMasterIdLst>
  <p:notesMasterIdLst>
    <p:notesMasterId r:id="rId19"/>
  </p:notesMasterIdLst>
  <p:sldIdLst>
    <p:sldId id="256" r:id="rId2"/>
    <p:sldId id="258" r:id="rId3"/>
    <p:sldId id="272" r:id="rId4"/>
    <p:sldId id="274" r:id="rId5"/>
    <p:sldId id="271" r:id="rId6"/>
    <p:sldId id="259" r:id="rId7"/>
    <p:sldId id="260" r:id="rId8"/>
    <p:sldId id="275" r:id="rId9"/>
    <p:sldId id="261" r:id="rId10"/>
    <p:sldId id="262" r:id="rId11"/>
    <p:sldId id="276" r:id="rId12"/>
    <p:sldId id="263" r:id="rId13"/>
    <p:sldId id="265" r:id="rId14"/>
    <p:sldId id="266" r:id="rId15"/>
    <p:sldId id="269" r:id="rId16"/>
    <p:sldId id="267" r:id="rId17"/>
    <p:sldId id="268"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2" autoAdjust="0"/>
    <p:restoredTop sz="94660"/>
  </p:normalViewPr>
  <p:slideViewPr>
    <p:cSldViewPr snapToGrid="0">
      <p:cViewPr varScale="1">
        <p:scale>
          <a:sx n="70" d="100"/>
          <a:sy n="70" d="100"/>
        </p:scale>
        <p:origin x="228"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0" i="0" u="none" strike="noStrike" kern="1200" cap="none" spc="50" normalizeH="0" baseline="0">
                <a:solidFill>
                  <a:schemeClr val="tx1">
                    <a:lumMod val="65000"/>
                    <a:lumOff val="35000"/>
                  </a:schemeClr>
                </a:solidFill>
                <a:latin typeface="+mj-lt"/>
                <a:ea typeface="+mj-ea"/>
                <a:cs typeface="+mj-cs"/>
              </a:defRPr>
            </a:pPr>
            <a:r>
              <a:rPr lang="en-US"/>
              <a:t>Cybersecurity Metric</a:t>
            </a:r>
          </a:p>
        </c:rich>
      </c:tx>
      <c:overlay val="0"/>
      <c:spPr>
        <a:noFill/>
        <a:ln>
          <a:noFill/>
        </a:ln>
        <a:effectLst/>
      </c:spPr>
      <c:txPr>
        <a:bodyPr rot="0" spcFirstLastPara="1" vertOverflow="ellipsis" vert="horz" wrap="square" anchor="ctr" anchorCtr="1"/>
        <a:lstStyle/>
        <a:p>
          <a:pPr>
            <a:defRPr sz="2128" b="0" i="0" u="none" strike="noStrike" kern="1200" cap="none" spc="50" normalizeH="0" baseline="0">
              <a:solidFill>
                <a:schemeClr val="tx1">
                  <a:lumMod val="65000"/>
                  <a:lumOff val="35000"/>
                </a:schemeClr>
              </a:solidFill>
              <a:latin typeface="+mj-lt"/>
              <a:ea typeface="+mj-ea"/>
              <a:cs typeface="+mj-cs"/>
            </a:defRPr>
          </a:pPr>
          <a:endParaRPr lang="en-US"/>
        </a:p>
      </c:txPr>
    </c:title>
    <c:autoTitleDeleted val="0"/>
    <c:plotArea>
      <c:layout/>
      <c:barChart>
        <c:barDir val="col"/>
        <c:grouping val="clustered"/>
        <c:varyColors val="0"/>
        <c:ser>
          <c:idx val="1"/>
          <c:order val="0"/>
          <c:tx>
            <c:strRef>
              <c:f>Sheet1!$C$1</c:f>
              <c:strCache>
                <c:ptCount val="1"/>
                <c:pt idx="0">
                  <c:v>Series 2</c:v>
                </c:pt>
              </c:strCache>
            </c:strRef>
          </c:tx>
          <c:spPr>
            <a:solidFill>
              <a:schemeClr val="accent2">
                <a:alpha val="7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multiLvlStrRef>
              <c:f>Sheet1!$A$2:$B$6</c:f>
              <c:multiLvlStrCache>
                <c:ptCount val="5"/>
                <c:lvl>
                  <c:pt idx="0">
                    <c:v>$9.5 trillion</c:v>
                  </c:pt>
                  <c:pt idx="1">
                    <c:v>$4.45 million</c:v>
                  </c:pt>
                  <c:pt idx="2">
                    <c:v>493.3 million</c:v>
                  </c:pt>
                  <c:pt idx="3">
                    <c:v>1.2 billion</c:v>
                  </c:pt>
                  <c:pt idx="4">
                    <c:v>$1.54 million</c:v>
                  </c:pt>
                </c:lvl>
                <c:lvl>
                  <c:pt idx="0">
                    <c:v>Global Cybercrime Cost (2024)</c:v>
                  </c:pt>
                  <c:pt idx="1">
                    <c:v>Average Data Breach Cost (2023)</c:v>
                  </c:pt>
                  <c:pt idx="2">
                    <c:v>Ransomware Attacks (2023)</c:v>
                  </c:pt>
                  <c:pt idx="3">
                    <c:v>Phishing Attacks (2023)</c:v>
                  </c:pt>
                  <c:pt idx="4">
                    <c:v>Average Ransom Paid (2023)</c:v>
                  </c:pt>
                </c:lvl>
              </c:multiLvlStrCache>
            </c:multiLvlStrRef>
          </c:cat>
          <c:val>
            <c:numRef>
              <c:f>Sheet1!$C$2:$C$6</c:f>
              <c:numCache>
                <c:formatCode>General</c:formatCode>
                <c:ptCount val="5"/>
                <c:pt idx="0">
                  <c:v>2.4</c:v>
                </c:pt>
                <c:pt idx="1">
                  <c:v>4.4000000000000004</c:v>
                </c:pt>
                <c:pt idx="2">
                  <c:v>1.8</c:v>
                </c:pt>
                <c:pt idx="3">
                  <c:v>2.8</c:v>
                </c:pt>
                <c:pt idx="4">
                  <c:v>3.1</c:v>
                </c:pt>
              </c:numCache>
            </c:numRef>
          </c:val>
          <c:extLst>
            <c:ext xmlns:c16="http://schemas.microsoft.com/office/drawing/2014/chart" uri="{C3380CC4-5D6E-409C-BE32-E72D297353CC}">
              <c16:uniqueId val="{00000001-A35D-475E-8627-DF4540A643F5}"/>
            </c:ext>
          </c:extLst>
        </c:ser>
        <c:ser>
          <c:idx val="2"/>
          <c:order val="1"/>
          <c:tx>
            <c:strRef>
              <c:f>Sheet1!$D$1</c:f>
              <c:strCache>
                <c:ptCount val="1"/>
                <c:pt idx="0">
                  <c:v>Series 3</c:v>
                </c:pt>
              </c:strCache>
            </c:strRef>
          </c:tx>
          <c:spPr>
            <a:solidFill>
              <a:schemeClr val="accent3">
                <a:alpha val="7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multiLvlStrRef>
              <c:f>Sheet1!$A$2:$B$6</c:f>
              <c:multiLvlStrCache>
                <c:ptCount val="5"/>
                <c:lvl>
                  <c:pt idx="0">
                    <c:v>$9.5 trillion</c:v>
                  </c:pt>
                  <c:pt idx="1">
                    <c:v>$4.45 million</c:v>
                  </c:pt>
                  <c:pt idx="2">
                    <c:v>493.3 million</c:v>
                  </c:pt>
                  <c:pt idx="3">
                    <c:v>1.2 billion</c:v>
                  </c:pt>
                  <c:pt idx="4">
                    <c:v>$1.54 million</c:v>
                  </c:pt>
                </c:lvl>
                <c:lvl>
                  <c:pt idx="0">
                    <c:v>Global Cybercrime Cost (2024)</c:v>
                  </c:pt>
                  <c:pt idx="1">
                    <c:v>Average Data Breach Cost (2023)</c:v>
                  </c:pt>
                  <c:pt idx="2">
                    <c:v>Ransomware Attacks (2023)</c:v>
                  </c:pt>
                  <c:pt idx="3">
                    <c:v>Phishing Attacks (2023)</c:v>
                  </c:pt>
                  <c:pt idx="4">
                    <c:v>Average Ransom Paid (2023)</c:v>
                  </c:pt>
                </c:lvl>
              </c:multiLvlStrCache>
            </c:multiLvlStrRef>
          </c:cat>
          <c:val>
            <c:numRef>
              <c:f>Sheet1!$D$2:$D$6</c:f>
              <c:numCache>
                <c:formatCode>General</c:formatCode>
                <c:ptCount val="5"/>
                <c:pt idx="0">
                  <c:v>2</c:v>
                </c:pt>
                <c:pt idx="1">
                  <c:v>2</c:v>
                </c:pt>
                <c:pt idx="2">
                  <c:v>3</c:v>
                </c:pt>
                <c:pt idx="3">
                  <c:v>5</c:v>
                </c:pt>
                <c:pt idx="4">
                  <c:v>4.5</c:v>
                </c:pt>
              </c:numCache>
            </c:numRef>
          </c:val>
          <c:extLst>
            <c:ext xmlns:c16="http://schemas.microsoft.com/office/drawing/2014/chart" uri="{C3380CC4-5D6E-409C-BE32-E72D297353CC}">
              <c16:uniqueId val="{00000002-A35D-475E-8627-DF4540A643F5}"/>
            </c:ext>
          </c:extLst>
        </c:ser>
        <c:dLbls>
          <c:dLblPos val="outEnd"/>
          <c:showLegendKey val="0"/>
          <c:showVal val="1"/>
          <c:showCatName val="0"/>
          <c:showSerName val="0"/>
          <c:showPercent val="0"/>
          <c:showBubbleSize val="0"/>
        </c:dLbls>
        <c:gapWidth val="80"/>
        <c:overlap val="25"/>
        <c:axId val="450971424"/>
        <c:axId val="450973064"/>
      </c:barChart>
      <c:catAx>
        <c:axId val="450971424"/>
        <c:scaling>
          <c:orientation val="minMax"/>
        </c:scaling>
        <c:delete val="0"/>
        <c:axPos val="b"/>
        <c:numFmt formatCode="General" sourceLinked="1"/>
        <c:majorTickMark val="none"/>
        <c:minorTickMark val="none"/>
        <c:tickLblPos val="nextTo"/>
        <c:spPr>
          <a:noFill/>
          <a:ln w="1587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cap="none" spc="20" normalizeH="0" baseline="0">
                <a:solidFill>
                  <a:schemeClr val="tx1">
                    <a:lumMod val="65000"/>
                    <a:lumOff val="35000"/>
                  </a:schemeClr>
                </a:solidFill>
                <a:latin typeface="+mn-lt"/>
                <a:ea typeface="+mn-ea"/>
                <a:cs typeface="+mn-cs"/>
              </a:defRPr>
            </a:pPr>
            <a:endParaRPr lang="en-US"/>
          </a:p>
        </c:txPr>
        <c:crossAx val="450973064"/>
        <c:crosses val="autoZero"/>
        <c:auto val="1"/>
        <c:lblAlgn val="ctr"/>
        <c:lblOffset val="100"/>
        <c:noMultiLvlLbl val="0"/>
      </c:catAx>
      <c:valAx>
        <c:axId val="450973064"/>
        <c:scaling>
          <c:orientation val="minMax"/>
        </c:scaling>
        <c:delete val="0"/>
        <c:axPos val="l"/>
        <c:majorGridlines>
          <c:spPr>
            <a:ln w="9525" cap="flat" cmpd="sng" algn="ctr">
              <a:solidFill>
                <a:schemeClr val="tx1">
                  <a:lumMod val="5000"/>
                  <a:lumOff val="9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spc="20" baseline="0">
                <a:solidFill>
                  <a:schemeClr val="tx1">
                    <a:lumMod val="65000"/>
                    <a:lumOff val="35000"/>
                  </a:schemeClr>
                </a:solidFill>
                <a:latin typeface="+mn-lt"/>
                <a:ea typeface="+mn-ea"/>
                <a:cs typeface="+mn-cs"/>
              </a:defRPr>
            </a:pPr>
            <a:endParaRPr lang="en-US"/>
          </a:p>
        </c:txPr>
        <c:crossAx val="45097142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cap="all" baseline="0">
                <a:solidFill>
                  <a:schemeClr val="tx1">
                    <a:lumMod val="65000"/>
                    <a:lumOff val="35000"/>
                  </a:schemeClr>
                </a:solidFill>
                <a:latin typeface="+mn-lt"/>
                <a:ea typeface="+mn-ea"/>
                <a:cs typeface="+mn-cs"/>
              </a:defRPr>
            </a:pPr>
            <a:r>
              <a:rPr lang="en-US" dirty="0"/>
              <a:t>CYBER SECURITY</a:t>
            </a:r>
            <a:r>
              <a:rPr lang="en-US" baseline="0" dirty="0"/>
              <a:t> THREATS</a:t>
            </a:r>
            <a:endParaRPr lang="en-US" dirty="0"/>
          </a:p>
        </c:rich>
      </c:tx>
      <c:overlay val="0"/>
      <c:spPr>
        <a:noFill/>
        <a:ln>
          <a:noFill/>
        </a:ln>
        <a:effectLst/>
      </c:spPr>
      <c:txPr>
        <a:bodyPr rot="0" spcFirstLastPara="1" vertOverflow="ellipsis" vert="horz" wrap="square" anchor="ctr" anchorCtr="1"/>
        <a:lstStyle/>
        <a:p>
          <a:pPr>
            <a:defRPr sz="2128" b="1" i="0" u="none" strike="noStrike" kern="1200" cap="all"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35%</c:v>
                </c:pt>
              </c:strCache>
            </c:strRef>
          </c:tx>
          <c:dPt>
            <c:idx val="0"/>
            <c:bubble3D val="0"/>
            <c:spPr>
              <a:solidFill>
                <a:schemeClr val="accent1"/>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1-E1B4-433B-AC6E-10DE726B2991}"/>
              </c:ext>
            </c:extLst>
          </c:dPt>
          <c:dPt>
            <c:idx val="1"/>
            <c:bubble3D val="0"/>
            <c:spPr>
              <a:solidFill>
                <a:schemeClr val="accent2"/>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2-E1B4-433B-AC6E-10DE726B2991}"/>
              </c:ext>
            </c:extLst>
          </c:dPt>
          <c:dPt>
            <c:idx val="2"/>
            <c:bubble3D val="0"/>
            <c:spPr>
              <a:solidFill>
                <a:schemeClr val="accent3"/>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3-E1B4-433B-AC6E-10DE726B2991}"/>
              </c:ext>
            </c:extLst>
          </c:dPt>
          <c:dPt>
            <c:idx val="3"/>
            <c:bubble3D val="0"/>
            <c:spPr>
              <a:solidFill>
                <a:schemeClr val="accent4"/>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4-E1B4-433B-AC6E-10DE726B2991}"/>
              </c:ext>
            </c:extLst>
          </c:dPt>
          <c:dPt>
            <c:idx val="4"/>
            <c:bubble3D val="0"/>
            <c:spPr>
              <a:solidFill>
                <a:schemeClr val="accent5"/>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5-E1B4-433B-AC6E-10DE726B2991}"/>
              </c:ext>
            </c:extLst>
          </c:dPt>
          <c:dLbls>
            <c:dLbl>
              <c:idx val="0"/>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accent1"/>
                      </a:solidFill>
                      <a:latin typeface="+mn-lt"/>
                      <a:ea typeface="+mn-ea"/>
                      <a:cs typeface="+mn-cs"/>
                    </a:defRPr>
                  </a:pPr>
                  <a:endParaRPr lang="en-US"/>
                </a:p>
              </c:txPr>
              <c:dLblPos val="outEnd"/>
              <c:showLegendKey val="0"/>
              <c:showVal val="1"/>
              <c:showCatName val="1"/>
              <c:showSerName val="0"/>
              <c:showPercent val="0"/>
              <c:showBubbleSize val="0"/>
              <c:extLst>
                <c:ext xmlns:c16="http://schemas.microsoft.com/office/drawing/2014/chart" uri="{C3380CC4-5D6E-409C-BE32-E72D297353CC}">
                  <c16:uniqueId val="{00000001-E1B4-433B-AC6E-10DE726B2991}"/>
                </c:ext>
              </c:extLst>
            </c:dLbl>
            <c:dLbl>
              <c:idx val="1"/>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accent2"/>
                      </a:solidFill>
                      <a:latin typeface="+mn-lt"/>
                      <a:ea typeface="+mn-ea"/>
                      <a:cs typeface="+mn-cs"/>
                    </a:defRPr>
                  </a:pPr>
                  <a:endParaRPr lang="en-US"/>
                </a:p>
              </c:txPr>
              <c:dLblPos val="outEnd"/>
              <c:showLegendKey val="0"/>
              <c:showVal val="1"/>
              <c:showCatName val="1"/>
              <c:showSerName val="0"/>
              <c:showPercent val="0"/>
              <c:showBubbleSize val="0"/>
              <c:extLst>
                <c:ext xmlns:c16="http://schemas.microsoft.com/office/drawing/2014/chart" uri="{C3380CC4-5D6E-409C-BE32-E72D297353CC}">
                  <c16:uniqueId val="{00000002-E1B4-433B-AC6E-10DE726B2991}"/>
                </c:ext>
              </c:extLst>
            </c:dLbl>
            <c:dLbl>
              <c:idx val="2"/>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accent3"/>
                      </a:solidFill>
                      <a:latin typeface="+mn-lt"/>
                      <a:ea typeface="+mn-ea"/>
                      <a:cs typeface="+mn-cs"/>
                    </a:defRPr>
                  </a:pPr>
                  <a:endParaRPr lang="en-US"/>
                </a:p>
              </c:txPr>
              <c:dLblPos val="outEnd"/>
              <c:showLegendKey val="0"/>
              <c:showVal val="1"/>
              <c:showCatName val="1"/>
              <c:showSerName val="0"/>
              <c:showPercent val="0"/>
              <c:showBubbleSize val="0"/>
              <c:extLst>
                <c:ext xmlns:c16="http://schemas.microsoft.com/office/drawing/2014/chart" uri="{C3380CC4-5D6E-409C-BE32-E72D297353CC}">
                  <c16:uniqueId val="{00000003-E1B4-433B-AC6E-10DE726B2991}"/>
                </c:ext>
              </c:extLst>
            </c:dLbl>
            <c:dLbl>
              <c:idx val="3"/>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accent4"/>
                      </a:solidFill>
                      <a:latin typeface="+mn-lt"/>
                      <a:ea typeface="+mn-ea"/>
                      <a:cs typeface="+mn-cs"/>
                    </a:defRPr>
                  </a:pPr>
                  <a:endParaRPr lang="en-US"/>
                </a:p>
              </c:txPr>
              <c:dLblPos val="outEnd"/>
              <c:showLegendKey val="0"/>
              <c:showVal val="1"/>
              <c:showCatName val="1"/>
              <c:showSerName val="0"/>
              <c:showPercent val="0"/>
              <c:showBubbleSize val="0"/>
              <c:extLst>
                <c:ext xmlns:c16="http://schemas.microsoft.com/office/drawing/2014/chart" uri="{C3380CC4-5D6E-409C-BE32-E72D297353CC}">
                  <c16:uniqueId val="{00000004-E1B4-433B-AC6E-10DE726B2991}"/>
                </c:ext>
              </c:extLst>
            </c:dLbl>
            <c:dLbl>
              <c:idx val="4"/>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accent5"/>
                      </a:solidFill>
                      <a:latin typeface="+mn-lt"/>
                      <a:ea typeface="+mn-ea"/>
                      <a:cs typeface="+mn-cs"/>
                    </a:defRPr>
                  </a:pPr>
                  <a:endParaRPr lang="en-US"/>
                </a:p>
              </c:txPr>
              <c:dLblPos val="outEnd"/>
              <c:showLegendKey val="0"/>
              <c:showVal val="1"/>
              <c:showCatName val="1"/>
              <c:showSerName val="0"/>
              <c:showPercent val="0"/>
              <c:showBubbleSize val="0"/>
              <c:extLst>
                <c:ext xmlns:c16="http://schemas.microsoft.com/office/drawing/2014/chart" uri="{C3380CC4-5D6E-409C-BE32-E72D297353CC}">
                  <c16:uniqueId val="{00000005-E1B4-433B-AC6E-10DE726B2991}"/>
                </c:ext>
              </c:extLst>
            </c:dLbl>
            <c:dLblPos val="outEnd"/>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Sheet1!$A$2:$A$6</c:f>
              <c:strCache>
                <c:ptCount val="5"/>
                <c:pt idx="0">
                  <c:v>Ransomware</c:v>
                </c:pt>
                <c:pt idx="1">
                  <c:v>Malware</c:v>
                </c:pt>
                <c:pt idx="2">
                  <c:v>Insider Threats</c:v>
                </c:pt>
                <c:pt idx="3">
                  <c:v>Denial-of-Service (DoS)</c:v>
                </c:pt>
                <c:pt idx="4">
                  <c:v>Data Breaches</c:v>
                </c:pt>
              </c:strCache>
            </c:strRef>
          </c:cat>
          <c:val>
            <c:numRef>
              <c:f>Sheet1!$B$2:$B$6</c:f>
              <c:numCache>
                <c:formatCode>0%</c:formatCode>
                <c:ptCount val="5"/>
                <c:pt idx="0">
                  <c:v>0.25</c:v>
                </c:pt>
                <c:pt idx="1">
                  <c:v>0.15</c:v>
                </c:pt>
                <c:pt idx="2">
                  <c:v>0.1</c:v>
                </c:pt>
                <c:pt idx="3">
                  <c:v>0.08</c:v>
                </c:pt>
                <c:pt idx="4">
                  <c:v>7.0000000000000007E-2</c:v>
                </c:pt>
              </c:numCache>
            </c:numRef>
          </c:val>
          <c:extLst>
            <c:ext xmlns:c16="http://schemas.microsoft.com/office/drawing/2014/chart" uri="{C3380CC4-5D6E-409C-BE32-E72D297353CC}">
              <c16:uniqueId val="{00000000-E1B4-433B-AC6E-10DE726B2991}"/>
            </c:ext>
          </c:extLst>
        </c:ser>
        <c:dLbls>
          <c:dLblPos val="outEnd"/>
          <c:showLegendKey val="0"/>
          <c:showVal val="0"/>
          <c:showCatName val="1"/>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solidFill>
                  <a:schemeClr val="accent2">
                    <a:lumMod val="60000"/>
                    <a:lumOff val="40000"/>
                  </a:schemeClr>
                </a:solidFill>
                <a:highlight>
                  <a:srgbClr val="0000FF"/>
                </a:highlight>
              </a:rPr>
              <a:t>Cyber Attacks</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Number of Cyberattacks (in millions)</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numRef>
              <c:f>Sheet1!$A$2:$A$8</c:f>
              <c:numCache>
                <c:formatCode>General</c:formatCode>
                <c:ptCount val="7"/>
                <c:pt idx="0">
                  <c:v>2018</c:v>
                </c:pt>
                <c:pt idx="1">
                  <c:v>2019</c:v>
                </c:pt>
                <c:pt idx="2">
                  <c:v>2020</c:v>
                </c:pt>
                <c:pt idx="3">
                  <c:v>2021</c:v>
                </c:pt>
                <c:pt idx="4">
                  <c:v>2022</c:v>
                </c:pt>
                <c:pt idx="5">
                  <c:v>2023</c:v>
                </c:pt>
                <c:pt idx="6">
                  <c:v>2024</c:v>
                </c:pt>
              </c:numCache>
            </c:numRef>
          </c:cat>
          <c:val>
            <c:numRef>
              <c:f>Sheet1!$B$2:$B$8</c:f>
              <c:numCache>
                <c:formatCode>General</c:formatCode>
                <c:ptCount val="7"/>
                <c:pt idx="0">
                  <c:v>812</c:v>
                </c:pt>
                <c:pt idx="1">
                  <c:v>950</c:v>
                </c:pt>
                <c:pt idx="2" formatCode="#,##0">
                  <c:v>1100</c:v>
                </c:pt>
                <c:pt idx="3" formatCode="#,##0">
                  <c:v>1350</c:v>
                </c:pt>
                <c:pt idx="4" formatCode="#,##0">
                  <c:v>1700</c:v>
                </c:pt>
                <c:pt idx="5" formatCode="#,##0">
                  <c:v>2100</c:v>
                </c:pt>
                <c:pt idx="6" formatCode="#,##0">
                  <c:v>2500</c:v>
                </c:pt>
              </c:numCache>
            </c:numRef>
          </c:val>
          <c:smooth val="0"/>
          <c:extLst>
            <c:ext xmlns:c16="http://schemas.microsoft.com/office/drawing/2014/chart" uri="{C3380CC4-5D6E-409C-BE32-E72D297353CC}">
              <c16:uniqueId val="{00000000-5D0E-4740-B9F7-15BC0026D496}"/>
            </c:ext>
          </c:extLst>
        </c:ser>
        <c:ser>
          <c:idx val="1"/>
          <c:order val="1"/>
          <c:tx>
            <c:strRef>
              <c:f>Sheet1!$C$1</c:f>
              <c:strCache>
                <c:ptCount val="1"/>
                <c:pt idx="0">
                  <c:v>Column1</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numRef>
              <c:f>Sheet1!$A$2:$A$8</c:f>
              <c:numCache>
                <c:formatCode>General</c:formatCode>
                <c:ptCount val="7"/>
                <c:pt idx="0">
                  <c:v>2018</c:v>
                </c:pt>
                <c:pt idx="1">
                  <c:v>2019</c:v>
                </c:pt>
                <c:pt idx="2">
                  <c:v>2020</c:v>
                </c:pt>
                <c:pt idx="3">
                  <c:v>2021</c:v>
                </c:pt>
                <c:pt idx="4">
                  <c:v>2022</c:v>
                </c:pt>
                <c:pt idx="5">
                  <c:v>2023</c:v>
                </c:pt>
                <c:pt idx="6">
                  <c:v>2024</c:v>
                </c:pt>
              </c:numCache>
            </c:numRef>
          </c:cat>
          <c:val>
            <c:numRef>
              <c:f>Sheet1!$C$2:$C$8</c:f>
              <c:numCache>
                <c:formatCode>General</c:formatCode>
                <c:ptCount val="7"/>
              </c:numCache>
            </c:numRef>
          </c:val>
          <c:smooth val="0"/>
          <c:extLst>
            <c:ext xmlns:c16="http://schemas.microsoft.com/office/drawing/2014/chart" uri="{C3380CC4-5D6E-409C-BE32-E72D297353CC}">
              <c16:uniqueId val="{00000001-5D0E-4740-B9F7-15BC0026D496}"/>
            </c:ext>
          </c:extLst>
        </c:ser>
        <c:ser>
          <c:idx val="2"/>
          <c:order val="2"/>
          <c:tx>
            <c:strRef>
              <c:f>Sheet1!$D$1</c:f>
              <c:strCache>
                <c:ptCount val="1"/>
                <c:pt idx="0">
                  <c:v>Column2</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numRef>
              <c:f>Sheet1!$A$2:$A$8</c:f>
              <c:numCache>
                <c:formatCode>General</c:formatCode>
                <c:ptCount val="7"/>
                <c:pt idx="0">
                  <c:v>2018</c:v>
                </c:pt>
                <c:pt idx="1">
                  <c:v>2019</c:v>
                </c:pt>
                <c:pt idx="2">
                  <c:v>2020</c:v>
                </c:pt>
                <c:pt idx="3">
                  <c:v>2021</c:v>
                </c:pt>
                <c:pt idx="4">
                  <c:v>2022</c:v>
                </c:pt>
                <c:pt idx="5">
                  <c:v>2023</c:v>
                </c:pt>
                <c:pt idx="6">
                  <c:v>2024</c:v>
                </c:pt>
              </c:numCache>
            </c:numRef>
          </c:cat>
          <c:val>
            <c:numRef>
              <c:f>Sheet1!$D$2:$D$8</c:f>
              <c:numCache>
                <c:formatCode>General</c:formatCode>
                <c:ptCount val="7"/>
              </c:numCache>
            </c:numRef>
          </c:val>
          <c:smooth val="0"/>
          <c:extLst>
            <c:ext xmlns:c16="http://schemas.microsoft.com/office/drawing/2014/chart" uri="{C3380CC4-5D6E-409C-BE32-E72D297353CC}">
              <c16:uniqueId val="{00000002-5D0E-4740-B9F7-15BC0026D496}"/>
            </c:ext>
          </c:extLst>
        </c:ser>
        <c:dLbls>
          <c:showLegendKey val="0"/>
          <c:showVal val="0"/>
          <c:showCatName val="0"/>
          <c:showSerName val="0"/>
          <c:showPercent val="0"/>
          <c:showBubbleSize val="0"/>
        </c:dLbls>
        <c:marker val="1"/>
        <c:smooth val="0"/>
        <c:axId val="407672352"/>
        <c:axId val="407672680"/>
      </c:lineChart>
      <c:catAx>
        <c:axId val="407672352"/>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accent1">
                        <a:lumMod val="60000"/>
                        <a:lumOff val="40000"/>
                      </a:schemeClr>
                    </a:solidFill>
                    <a:latin typeface="+mn-lt"/>
                    <a:ea typeface="+mn-ea"/>
                    <a:cs typeface="+mn-cs"/>
                  </a:defRPr>
                </a:pPr>
                <a:r>
                  <a:rPr lang="en-US" dirty="0">
                    <a:solidFill>
                      <a:schemeClr val="accent1">
                        <a:lumMod val="60000"/>
                        <a:lumOff val="40000"/>
                      </a:schemeClr>
                    </a:solidFill>
                  </a:rPr>
                  <a:t>Year</a:t>
                </a:r>
              </a:p>
            </c:rich>
          </c:tx>
          <c:overlay val="0"/>
          <c:spPr>
            <a:noFill/>
            <a:ln>
              <a:noFill/>
            </a:ln>
            <a:effectLst/>
          </c:spPr>
          <c:txPr>
            <a:bodyPr rot="0" spcFirstLastPara="1" vertOverflow="ellipsis" vert="horz" wrap="square" anchor="ctr" anchorCtr="1"/>
            <a:lstStyle/>
            <a:p>
              <a:pPr>
                <a:defRPr sz="1330" b="0" i="0" u="none" strike="noStrike" kern="1200" baseline="0">
                  <a:solidFill>
                    <a:schemeClr val="accent1">
                      <a:lumMod val="60000"/>
                      <a:lumOff val="40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accent1">
                    <a:lumMod val="75000"/>
                  </a:schemeClr>
                </a:solidFill>
                <a:latin typeface="+mn-lt"/>
                <a:ea typeface="+mn-ea"/>
                <a:cs typeface="+mn-cs"/>
              </a:defRPr>
            </a:pPr>
            <a:endParaRPr lang="en-US"/>
          </a:p>
        </c:txPr>
        <c:crossAx val="407672680"/>
        <c:crosses val="autoZero"/>
        <c:auto val="1"/>
        <c:lblAlgn val="ctr"/>
        <c:lblOffset val="100"/>
        <c:noMultiLvlLbl val="0"/>
      </c:catAx>
      <c:valAx>
        <c:axId val="40767268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accent1">
                        <a:lumMod val="60000"/>
                        <a:lumOff val="40000"/>
                      </a:schemeClr>
                    </a:solidFill>
                    <a:latin typeface="+mn-lt"/>
                    <a:ea typeface="+mn-ea"/>
                    <a:cs typeface="+mn-cs"/>
                  </a:defRPr>
                </a:pPr>
                <a:r>
                  <a:rPr lang="en-US" dirty="0">
                    <a:solidFill>
                      <a:schemeClr val="accent1">
                        <a:lumMod val="60000"/>
                        <a:lumOff val="40000"/>
                      </a:schemeClr>
                    </a:solidFill>
                  </a:rPr>
                  <a:t>Attacks</a:t>
                </a:r>
              </a:p>
            </c:rich>
          </c:tx>
          <c:layout>
            <c:manualLayout>
              <c:xMode val="edge"/>
              <c:yMode val="edge"/>
              <c:x val="6.5938618933798496E-3"/>
              <c:y val="0.37681092176680492"/>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accent1">
                      <a:lumMod val="60000"/>
                      <a:lumOff val="40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accent1">
                    <a:lumMod val="75000"/>
                  </a:schemeClr>
                </a:solidFill>
                <a:latin typeface="+mn-lt"/>
                <a:ea typeface="+mn-ea"/>
                <a:cs typeface="+mn-cs"/>
              </a:defRPr>
            </a:pPr>
            <a:endParaRPr lang="en-US"/>
          </a:p>
        </c:txPr>
        <c:crossAx val="40767235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1">
        <a:lumMod val="20000"/>
        <a:lumOff val="80000"/>
      </a:schemeClr>
    </a:solid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5">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15875" cap="flat" cmpd="sng" algn="ctr">
        <a:solidFill>
          <a:schemeClr val="tx1">
            <a:lumMod val="25000"/>
            <a:lumOff val="75000"/>
          </a:schemeClr>
        </a:solidFill>
        <a:round/>
      </a:ln>
    </cs:spPr>
    <cs:defRPr sz="1197" kern="1200" cap="none" spc="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bg1"/>
    </cs:fontRef>
    <cs:spPr>
      <a:solidFill>
        <a:schemeClr val="tx1">
          <a:lumMod val="50000"/>
          <a:lumOff val="50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70000"/>
        </a:schemeClr>
      </a:solidFill>
    </cs:spPr>
  </cs:dataPoint>
  <cs:dataPoint3D>
    <cs:lnRef idx="0"/>
    <cs:fillRef idx="0">
      <cs:styleClr val="auto"/>
    </cs:fillRef>
    <cs:effectRef idx="0"/>
    <cs:fontRef idx="minor">
      <a:schemeClr val="dk1"/>
    </cs:fontRef>
    <cs:spPr>
      <a:solidFill>
        <a:schemeClr val="phClr">
          <a:alpha val="70000"/>
        </a:schemeClr>
      </a:solidFill>
    </cs:spPr>
  </cs:dataPoint3D>
  <cs:dataPointLine>
    <cs:lnRef idx="0">
      <cs:styleClr val="auto"/>
    </cs:lnRef>
    <cs:fillRef idx="0"/>
    <cs:effectRef idx="0"/>
    <cs:fontRef idx="minor">
      <a:schemeClr val="dk1"/>
    </cs:fontRef>
    <cs:spPr>
      <a:ln w="28575" cap="rnd">
        <a:solidFill>
          <a:schemeClr val="phClr">
            <a:alpha val="70000"/>
          </a:schemeClr>
        </a:solidFill>
        <a:round/>
      </a:ln>
    </cs:spPr>
  </cs:dataPointLine>
  <cs:dataPointMarker>
    <cs:lnRef idx="0"/>
    <cs:fillRef idx="0">
      <cs:styleClr val="auto"/>
    </cs:fillRef>
    <cs:effectRef idx="0"/>
    <cs:fontRef idx="minor">
      <a:schemeClr val="dk1"/>
    </cs:fontRef>
    <cs:spPr>
      <a:solidFill>
        <a:schemeClr val="phClr">
          <a:alpha val="70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5000"/>
            <a:lumOff val="9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baseline="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128" b="0" i="0" kern="1200" cap="none" spc="50" normalizeH="0" baseline="0"/>
  </cs:title>
  <cs:trendline>
    <cs:lnRef idx="0">
      <cs:styleClr val="auto"/>
    </cs:lnRef>
    <cs:fillRef idx="0"/>
    <cs:effectRef idx="0"/>
    <cs:fontRef idx="minor">
      <a:schemeClr val="dk1"/>
    </cs:fontRef>
    <cs:spPr>
      <a:ln w="1587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1197" kern="1200" spc="20" baseline="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cs:styleClr val="auto"/>
    </cs:fontRef>
    <cs:defRPr sz="133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33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_rels/data3.xml.rels><?xml version="1.0" encoding="UTF-8" standalone="yes"?>
<Relationships xmlns="http://schemas.openxmlformats.org/package/2006/relationships"><Relationship Id="rId3" Type="http://schemas.openxmlformats.org/officeDocument/2006/relationships/hyperlink" Target="https://en.wikipedia.org/wiki/Anti-keylogger" TargetMode="External"/><Relationship Id="rId2" Type="http://schemas.openxmlformats.org/officeDocument/2006/relationships/hyperlink" Target="https://en.wikipedia.org/wiki/Access_control" TargetMode="External"/><Relationship Id="rId1" Type="http://schemas.openxmlformats.org/officeDocument/2006/relationships/hyperlink" Target="https://en.wikipedia.org/wiki/Data_loss_prevention_software" TargetMode="External"/><Relationship Id="rId6" Type="http://schemas.openxmlformats.org/officeDocument/2006/relationships/hyperlink" Target="https://en.wikipedia.org/wiki/Computer-aided_dispatch" TargetMode="External"/><Relationship Id="rId5" Type="http://schemas.openxmlformats.org/officeDocument/2006/relationships/hyperlink" Target="https://en.wikipedia.org/wiki/Antivirus_software" TargetMode="External"/><Relationship Id="rId4" Type="http://schemas.openxmlformats.org/officeDocument/2006/relationships/hyperlink" Target="https://en.wikipedia.org/wiki/Anti-theft" TargetMode="External"/></Relationships>
</file>

<file path=ppt/diagrams/_rels/drawing3.xml.rels><?xml version="1.0" encoding="UTF-8" standalone="yes"?>
<Relationships xmlns="http://schemas.openxmlformats.org/package/2006/relationships"><Relationship Id="rId3" Type="http://schemas.openxmlformats.org/officeDocument/2006/relationships/hyperlink" Target="https://en.wikipedia.org/wiki/Anti-theft" TargetMode="External"/><Relationship Id="rId2" Type="http://schemas.openxmlformats.org/officeDocument/2006/relationships/hyperlink" Target="https://en.wikipedia.org/wiki/Access_control" TargetMode="External"/><Relationship Id="rId1" Type="http://schemas.openxmlformats.org/officeDocument/2006/relationships/hyperlink" Target="https://en.wikipedia.org/wiki/Data_loss_prevention_software" TargetMode="External"/><Relationship Id="rId6" Type="http://schemas.openxmlformats.org/officeDocument/2006/relationships/hyperlink" Target="https://en.wikipedia.org/wiki/Computer-aided_dispatch" TargetMode="External"/><Relationship Id="rId5" Type="http://schemas.openxmlformats.org/officeDocument/2006/relationships/hyperlink" Target="https://en.wikipedia.org/wiki/Antivirus_software" TargetMode="External"/><Relationship Id="rId4" Type="http://schemas.openxmlformats.org/officeDocument/2006/relationships/hyperlink" Target="https://en.wikipedia.org/wiki/Anti-keylogger" TargetMode="Externa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574A4FF-5FBD-4C1F-B4B0-7BDC2F5EF50A}" type="doc">
      <dgm:prSet loTypeId="urn:microsoft.com/office/officeart/2005/8/layout/orgChart1" loCatId="hierarchy" qsTypeId="urn:microsoft.com/office/officeart/2005/8/quickstyle/simple1" qsCatId="simple" csTypeId="urn:microsoft.com/office/officeart/2005/8/colors/colorful2" csCatId="colorful" phldr="1"/>
      <dgm:spPr/>
      <dgm:t>
        <a:bodyPr/>
        <a:lstStyle/>
        <a:p>
          <a:endParaRPr lang="en-US"/>
        </a:p>
      </dgm:t>
    </dgm:pt>
    <dgm:pt modelId="{2086B271-21EB-4C1A-ACAF-9D20A9522BAB}">
      <dgm:prSet phldrT="[Text]"/>
      <dgm:spPr/>
      <dgm:t>
        <a:bodyPr/>
        <a:lstStyle/>
        <a:p>
          <a:r>
            <a:rPr lang="en-US"/>
            <a:t>Financial Losses </a:t>
          </a:r>
          <a:endParaRPr lang="en-US" dirty="0"/>
        </a:p>
      </dgm:t>
    </dgm:pt>
    <dgm:pt modelId="{C4017F9C-B8C7-4CBE-B43F-4D76CC4EAED1}" type="parTrans" cxnId="{30AE2BD9-C75C-4E79-9CA1-8ADCCA0EA2C7}">
      <dgm:prSet/>
      <dgm:spPr/>
      <dgm:t>
        <a:bodyPr/>
        <a:lstStyle/>
        <a:p>
          <a:endParaRPr lang="en-US"/>
        </a:p>
      </dgm:t>
    </dgm:pt>
    <dgm:pt modelId="{33A36473-97FC-4F4A-B110-B381522E6588}" type="sibTrans" cxnId="{30AE2BD9-C75C-4E79-9CA1-8ADCCA0EA2C7}">
      <dgm:prSet/>
      <dgm:spPr/>
      <dgm:t>
        <a:bodyPr/>
        <a:lstStyle/>
        <a:p>
          <a:endParaRPr lang="en-US"/>
        </a:p>
      </dgm:t>
    </dgm:pt>
    <dgm:pt modelId="{EEA29859-C784-4D0A-A4BF-94B0F824ED67}">
      <dgm:prSet phldrT="[Text]"/>
      <dgm:spPr/>
      <dgm:t>
        <a:bodyPr/>
        <a:lstStyle/>
        <a:p>
          <a:r>
            <a:rPr lang="en-US"/>
            <a:t>Reputational Damage</a:t>
          </a:r>
          <a:endParaRPr lang="en-US" dirty="0"/>
        </a:p>
      </dgm:t>
    </dgm:pt>
    <dgm:pt modelId="{8770D465-068C-4722-9803-CB150237568B}" type="parTrans" cxnId="{037CB2D9-2C02-4D57-A56D-0DE78900682A}">
      <dgm:prSet/>
      <dgm:spPr/>
      <dgm:t>
        <a:bodyPr/>
        <a:lstStyle/>
        <a:p>
          <a:endParaRPr lang="en-US"/>
        </a:p>
      </dgm:t>
    </dgm:pt>
    <dgm:pt modelId="{AAC99FDB-8877-46B2-99F3-985DDB917361}" type="sibTrans" cxnId="{037CB2D9-2C02-4D57-A56D-0DE78900682A}">
      <dgm:prSet/>
      <dgm:spPr/>
      <dgm:t>
        <a:bodyPr/>
        <a:lstStyle/>
        <a:p>
          <a:endParaRPr lang="en-US"/>
        </a:p>
      </dgm:t>
    </dgm:pt>
    <dgm:pt modelId="{61318F10-2FC0-46C2-A8DD-90EB08458A92}">
      <dgm:prSet phldrT="[Text]"/>
      <dgm:spPr/>
      <dgm:t>
        <a:bodyPr/>
        <a:lstStyle/>
        <a:p>
          <a:r>
            <a:rPr lang="en-US"/>
            <a:t>Data Breaches</a:t>
          </a:r>
          <a:endParaRPr lang="en-US" dirty="0"/>
        </a:p>
      </dgm:t>
    </dgm:pt>
    <dgm:pt modelId="{B8D7B355-9F70-41B8-A648-798D1EC99E6E}" type="parTrans" cxnId="{835504E1-CC97-411C-A821-824990B9F5C0}">
      <dgm:prSet/>
      <dgm:spPr/>
      <dgm:t>
        <a:bodyPr/>
        <a:lstStyle/>
        <a:p>
          <a:endParaRPr lang="en-US"/>
        </a:p>
      </dgm:t>
    </dgm:pt>
    <dgm:pt modelId="{973084E6-3043-46DC-85E0-1891F23F75F1}" type="sibTrans" cxnId="{835504E1-CC97-411C-A821-824990B9F5C0}">
      <dgm:prSet/>
      <dgm:spPr/>
      <dgm:t>
        <a:bodyPr/>
        <a:lstStyle/>
        <a:p>
          <a:endParaRPr lang="en-US"/>
        </a:p>
      </dgm:t>
    </dgm:pt>
    <dgm:pt modelId="{64765490-6902-442F-A594-1B15AB98B912}" type="asst">
      <dgm:prSet phldrT="[Text]"/>
      <dgm:spPr/>
      <dgm:t>
        <a:bodyPr/>
        <a:lstStyle/>
        <a:p>
          <a:r>
            <a:rPr lang="en-US" dirty="0"/>
            <a:t>Main Importance</a:t>
          </a:r>
        </a:p>
      </dgm:t>
    </dgm:pt>
    <dgm:pt modelId="{601EF695-8F8E-4C29-84A3-DACE9050EDAE}" type="sibTrans" cxnId="{CBBBDCAA-2EF2-4E8D-B758-9AC43CBA15C6}">
      <dgm:prSet/>
      <dgm:spPr/>
      <dgm:t>
        <a:bodyPr/>
        <a:lstStyle/>
        <a:p>
          <a:endParaRPr lang="en-US"/>
        </a:p>
      </dgm:t>
    </dgm:pt>
    <dgm:pt modelId="{9A75451D-F092-4CE5-8857-8EAE5C80FDA9}" type="parTrans" cxnId="{CBBBDCAA-2EF2-4E8D-B758-9AC43CBA15C6}">
      <dgm:prSet/>
      <dgm:spPr/>
      <dgm:t>
        <a:bodyPr/>
        <a:lstStyle/>
        <a:p>
          <a:endParaRPr lang="en-US"/>
        </a:p>
      </dgm:t>
    </dgm:pt>
    <dgm:pt modelId="{EDE34008-B131-4249-A698-C8A9B1BF9D5A}">
      <dgm:prSet/>
      <dgm:spPr/>
      <dgm:t>
        <a:bodyPr/>
        <a:lstStyle/>
        <a:p>
          <a:r>
            <a:rPr lang="en-US"/>
            <a:t>Reputational Damage</a:t>
          </a:r>
          <a:endParaRPr lang="en-US" dirty="0"/>
        </a:p>
      </dgm:t>
    </dgm:pt>
    <dgm:pt modelId="{5ED47D1B-554B-4BF7-BDDF-C54499538035}" type="parTrans" cxnId="{441037DB-4FE5-4922-926D-B1E51E072529}">
      <dgm:prSet/>
      <dgm:spPr/>
      <dgm:t>
        <a:bodyPr/>
        <a:lstStyle/>
        <a:p>
          <a:endParaRPr lang="en-US"/>
        </a:p>
      </dgm:t>
    </dgm:pt>
    <dgm:pt modelId="{F80F9085-0958-4F7C-BB0C-C503FFD7A772}" type="sibTrans" cxnId="{441037DB-4FE5-4922-926D-B1E51E072529}">
      <dgm:prSet/>
      <dgm:spPr/>
      <dgm:t>
        <a:bodyPr/>
        <a:lstStyle/>
        <a:p>
          <a:endParaRPr lang="en-US"/>
        </a:p>
      </dgm:t>
    </dgm:pt>
    <dgm:pt modelId="{FFC52F31-C7A4-4B2C-A589-60693052CE51}">
      <dgm:prSet/>
      <dgm:spPr/>
      <dgm:t>
        <a:bodyPr/>
        <a:lstStyle/>
        <a:p>
          <a:r>
            <a:rPr lang="en-US"/>
            <a:t>Disruption of Operations</a:t>
          </a:r>
          <a:endParaRPr lang="en-US" dirty="0"/>
        </a:p>
      </dgm:t>
    </dgm:pt>
    <dgm:pt modelId="{B8EBA578-262A-44DC-B2AF-097078ADD91F}" type="parTrans" cxnId="{D5DB093C-DF9D-45B3-9E94-6B9479FA566E}">
      <dgm:prSet/>
      <dgm:spPr/>
      <dgm:t>
        <a:bodyPr/>
        <a:lstStyle/>
        <a:p>
          <a:endParaRPr lang="en-US"/>
        </a:p>
      </dgm:t>
    </dgm:pt>
    <dgm:pt modelId="{7A7F68E0-F2F9-4D5F-9A3A-D61134927B24}" type="sibTrans" cxnId="{D5DB093C-DF9D-45B3-9E94-6B9479FA566E}">
      <dgm:prSet/>
      <dgm:spPr/>
      <dgm:t>
        <a:bodyPr/>
        <a:lstStyle/>
        <a:p>
          <a:endParaRPr lang="en-US"/>
        </a:p>
      </dgm:t>
    </dgm:pt>
    <dgm:pt modelId="{BC7EF476-F4D9-4981-8C13-2D5689C21C37}">
      <dgm:prSet phldrT="[Text]"/>
      <dgm:spPr/>
      <dgm:t>
        <a:bodyPr/>
        <a:lstStyle/>
        <a:p>
          <a:r>
            <a:rPr lang="en-US"/>
            <a:t>Malware</a:t>
          </a:r>
          <a:endParaRPr lang="en-US" dirty="0"/>
        </a:p>
      </dgm:t>
    </dgm:pt>
    <dgm:pt modelId="{E20B047A-FDD3-4401-94D0-4E00E2492ADB}" type="sibTrans" cxnId="{FB0274DC-19E8-4051-94D9-D5732070FD50}">
      <dgm:prSet/>
      <dgm:spPr/>
      <dgm:t>
        <a:bodyPr/>
        <a:lstStyle/>
        <a:p>
          <a:endParaRPr lang="en-US"/>
        </a:p>
      </dgm:t>
    </dgm:pt>
    <dgm:pt modelId="{57FDDDF3-60F3-4FCB-BD12-900AB8588932}" type="parTrans" cxnId="{FB0274DC-19E8-4051-94D9-D5732070FD50}">
      <dgm:prSet/>
      <dgm:spPr/>
      <dgm:t>
        <a:bodyPr/>
        <a:lstStyle/>
        <a:p>
          <a:endParaRPr lang="en-US"/>
        </a:p>
      </dgm:t>
    </dgm:pt>
    <dgm:pt modelId="{2AB43E67-0740-4B01-9F4D-3762A10C4122}" type="pres">
      <dgm:prSet presAssocID="{E574A4FF-5FBD-4C1F-B4B0-7BDC2F5EF50A}" presName="hierChild1" presStyleCnt="0">
        <dgm:presLayoutVars>
          <dgm:orgChart val="1"/>
          <dgm:chPref val="1"/>
          <dgm:dir/>
          <dgm:animOne val="branch"/>
          <dgm:animLvl val="lvl"/>
          <dgm:resizeHandles/>
        </dgm:presLayoutVars>
      </dgm:prSet>
      <dgm:spPr/>
    </dgm:pt>
    <dgm:pt modelId="{0C168010-9CA3-43CE-B941-9C3D56E70098}" type="pres">
      <dgm:prSet presAssocID="{64765490-6902-442F-A594-1B15AB98B912}" presName="hierRoot1" presStyleCnt="0">
        <dgm:presLayoutVars>
          <dgm:hierBranch val="init"/>
        </dgm:presLayoutVars>
      </dgm:prSet>
      <dgm:spPr/>
    </dgm:pt>
    <dgm:pt modelId="{1D77F7AF-359A-49B0-91F9-12F8D9727323}" type="pres">
      <dgm:prSet presAssocID="{64765490-6902-442F-A594-1B15AB98B912}" presName="rootComposite1" presStyleCnt="0"/>
      <dgm:spPr/>
    </dgm:pt>
    <dgm:pt modelId="{6EFDEB6B-6880-4BF4-ACD4-5D9EC138C9BD}" type="pres">
      <dgm:prSet presAssocID="{64765490-6902-442F-A594-1B15AB98B912}" presName="rootText1" presStyleLbl="node0" presStyleIdx="0" presStyleCnt="1">
        <dgm:presLayoutVars>
          <dgm:chPref val="3"/>
        </dgm:presLayoutVars>
      </dgm:prSet>
      <dgm:spPr/>
    </dgm:pt>
    <dgm:pt modelId="{75366982-50D7-4E74-AF49-264C3B624577}" type="pres">
      <dgm:prSet presAssocID="{64765490-6902-442F-A594-1B15AB98B912}" presName="rootConnector1" presStyleLbl="asst0" presStyleIdx="0" presStyleCnt="0"/>
      <dgm:spPr/>
    </dgm:pt>
    <dgm:pt modelId="{04CF6DBB-3DB8-417C-B9D4-F6E7F0C3E0F3}" type="pres">
      <dgm:prSet presAssocID="{64765490-6902-442F-A594-1B15AB98B912}" presName="hierChild2" presStyleCnt="0"/>
      <dgm:spPr/>
    </dgm:pt>
    <dgm:pt modelId="{4CCE8115-F5BE-46FA-AE97-AF3AC162BB28}" type="pres">
      <dgm:prSet presAssocID="{C4017F9C-B8C7-4CBE-B43F-4D76CC4EAED1}" presName="Name37" presStyleLbl="parChTrans1D2" presStyleIdx="0" presStyleCnt="6"/>
      <dgm:spPr/>
    </dgm:pt>
    <dgm:pt modelId="{CD3D63C0-4B50-4E42-878C-8B58EBCDF306}" type="pres">
      <dgm:prSet presAssocID="{2086B271-21EB-4C1A-ACAF-9D20A9522BAB}" presName="hierRoot2" presStyleCnt="0">
        <dgm:presLayoutVars>
          <dgm:hierBranch val="init"/>
        </dgm:presLayoutVars>
      </dgm:prSet>
      <dgm:spPr/>
    </dgm:pt>
    <dgm:pt modelId="{2CD2504E-9F6E-4641-8D59-0562329D9575}" type="pres">
      <dgm:prSet presAssocID="{2086B271-21EB-4C1A-ACAF-9D20A9522BAB}" presName="rootComposite" presStyleCnt="0"/>
      <dgm:spPr/>
    </dgm:pt>
    <dgm:pt modelId="{2F3DB0C7-5ACF-4EDB-BAF7-306BD58CC82E}" type="pres">
      <dgm:prSet presAssocID="{2086B271-21EB-4C1A-ACAF-9D20A9522BAB}" presName="rootText" presStyleLbl="node2" presStyleIdx="0" presStyleCnt="6">
        <dgm:presLayoutVars>
          <dgm:chPref val="3"/>
        </dgm:presLayoutVars>
      </dgm:prSet>
      <dgm:spPr/>
    </dgm:pt>
    <dgm:pt modelId="{154BBF01-AE2B-4257-A258-686995048510}" type="pres">
      <dgm:prSet presAssocID="{2086B271-21EB-4C1A-ACAF-9D20A9522BAB}" presName="rootConnector" presStyleLbl="node2" presStyleIdx="0" presStyleCnt="6"/>
      <dgm:spPr/>
    </dgm:pt>
    <dgm:pt modelId="{D4BA84F6-8C83-40FD-896E-7DE04307D89F}" type="pres">
      <dgm:prSet presAssocID="{2086B271-21EB-4C1A-ACAF-9D20A9522BAB}" presName="hierChild4" presStyleCnt="0"/>
      <dgm:spPr/>
    </dgm:pt>
    <dgm:pt modelId="{25470CD8-638A-4109-8D6A-1FE9DB72BA9E}" type="pres">
      <dgm:prSet presAssocID="{2086B271-21EB-4C1A-ACAF-9D20A9522BAB}" presName="hierChild5" presStyleCnt="0"/>
      <dgm:spPr/>
    </dgm:pt>
    <dgm:pt modelId="{7E19F124-79C5-4DD7-B840-770B380A541D}" type="pres">
      <dgm:prSet presAssocID="{8770D465-068C-4722-9803-CB150237568B}" presName="Name37" presStyleLbl="parChTrans1D2" presStyleIdx="1" presStyleCnt="6"/>
      <dgm:spPr/>
    </dgm:pt>
    <dgm:pt modelId="{447A5BE0-3061-4C08-A142-40603A5E912B}" type="pres">
      <dgm:prSet presAssocID="{EEA29859-C784-4D0A-A4BF-94B0F824ED67}" presName="hierRoot2" presStyleCnt="0">
        <dgm:presLayoutVars>
          <dgm:hierBranch val="init"/>
        </dgm:presLayoutVars>
      </dgm:prSet>
      <dgm:spPr/>
    </dgm:pt>
    <dgm:pt modelId="{5D1501DD-8B5F-403C-960D-047F3F2E852B}" type="pres">
      <dgm:prSet presAssocID="{EEA29859-C784-4D0A-A4BF-94B0F824ED67}" presName="rootComposite" presStyleCnt="0"/>
      <dgm:spPr/>
    </dgm:pt>
    <dgm:pt modelId="{B7C3D112-A8EC-4297-A5B2-83E367599A58}" type="pres">
      <dgm:prSet presAssocID="{EEA29859-C784-4D0A-A4BF-94B0F824ED67}" presName="rootText" presStyleLbl="node2" presStyleIdx="1" presStyleCnt="6">
        <dgm:presLayoutVars>
          <dgm:chPref val="3"/>
        </dgm:presLayoutVars>
      </dgm:prSet>
      <dgm:spPr/>
    </dgm:pt>
    <dgm:pt modelId="{1D9519EF-BDC1-476F-BCC5-DF2FD92115C1}" type="pres">
      <dgm:prSet presAssocID="{EEA29859-C784-4D0A-A4BF-94B0F824ED67}" presName="rootConnector" presStyleLbl="node2" presStyleIdx="1" presStyleCnt="6"/>
      <dgm:spPr/>
    </dgm:pt>
    <dgm:pt modelId="{A28A3EBA-FA97-4F21-B4B5-DFC4FB7AF37C}" type="pres">
      <dgm:prSet presAssocID="{EEA29859-C784-4D0A-A4BF-94B0F824ED67}" presName="hierChild4" presStyleCnt="0"/>
      <dgm:spPr/>
    </dgm:pt>
    <dgm:pt modelId="{9DDBB90C-C545-4217-97FA-7F8AFF109866}" type="pres">
      <dgm:prSet presAssocID="{EEA29859-C784-4D0A-A4BF-94B0F824ED67}" presName="hierChild5" presStyleCnt="0"/>
      <dgm:spPr/>
    </dgm:pt>
    <dgm:pt modelId="{31DC32E4-F969-48B5-9D22-5B39FEA7D28E}" type="pres">
      <dgm:prSet presAssocID="{B8D7B355-9F70-41B8-A648-798D1EC99E6E}" presName="Name37" presStyleLbl="parChTrans1D2" presStyleIdx="2" presStyleCnt="6"/>
      <dgm:spPr/>
    </dgm:pt>
    <dgm:pt modelId="{9EABB865-0A51-41CD-9711-9F2452D7BAE3}" type="pres">
      <dgm:prSet presAssocID="{61318F10-2FC0-46C2-A8DD-90EB08458A92}" presName="hierRoot2" presStyleCnt="0">
        <dgm:presLayoutVars>
          <dgm:hierBranch val="init"/>
        </dgm:presLayoutVars>
      </dgm:prSet>
      <dgm:spPr/>
    </dgm:pt>
    <dgm:pt modelId="{F0818532-57E9-4779-B0E9-A94522B7101A}" type="pres">
      <dgm:prSet presAssocID="{61318F10-2FC0-46C2-A8DD-90EB08458A92}" presName="rootComposite" presStyleCnt="0"/>
      <dgm:spPr/>
    </dgm:pt>
    <dgm:pt modelId="{8D471D96-68AF-4D40-80A9-B15889B7A123}" type="pres">
      <dgm:prSet presAssocID="{61318F10-2FC0-46C2-A8DD-90EB08458A92}" presName="rootText" presStyleLbl="node2" presStyleIdx="2" presStyleCnt="6">
        <dgm:presLayoutVars>
          <dgm:chPref val="3"/>
        </dgm:presLayoutVars>
      </dgm:prSet>
      <dgm:spPr/>
    </dgm:pt>
    <dgm:pt modelId="{0AF9006C-B704-46B9-A1B8-F3960B971EC6}" type="pres">
      <dgm:prSet presAssocID="{61318F10-2FC0-46C2-A8DD-90EB08458A92}" presName="rootConnector" presStyleLbl="node2" presStyleIdx="2" presStyleCnt="6"/>
      <dgm:spPr/>
    </dgm:pt>
    <dgm:pt modelId="{45B867FD-B8B1-49A6-BB4E-A2CD9A72756E}" type="pres">
      <dgm:prSet presAssocID="{61318F10-2FC0-46C2-A8DD-90EB08458A92}" presName="hierChild4" presStyleCnt="0"/>
      <dgm:spPr/>
    </dgm:pt>
    <dgm:pt modelId="{9E7E3FC8-08BB-4EA7-B984-A379487CECCD}" type="pres">
      <dgm:prSet presAssocID="{61318F10-2FC0-46C2-A8DD-90EB08458A92}" presName="hierChild5" presStyleCnt="0"/>
      <dgm:spPr/>
    </dgm:pt>
    <dgm:pt modelId="{75DBF985-6A4E-4475-9DC1-F3454C8819A5}" type="pres">
      <dgm:prSet presAssocID="{57FDDDF3-60F3-4FCB-BD12-900AB8588932}" presName="Name37" presStyleLbl="parChTrans1D2" presStyleIdx="3" presStyleCnt="6"/>
      <dgm:spPr/>
    </dgm:pt>
    <dgm:pt modelId="{690BD1A8-6653-4A08-B33A-AC7403C7EEFE}" type="pres">
      <dgm:prSet presAssocID="{BC7EF476-F4D9-4981-8C13-2D5689C21C37}" presName="hierRoot2" presStyleCnt="0">
        <dgm:presLayoutVars>
          <dgm:hierBranch val="init"/>
        </dgm:presLayoutVars>
      </dgm:prSet>
      <dgm:spPr/>
    </dgm:pt>
    <dgm:pt modelId="{D75ED5B5-89C5-4A05-897C-B9BC532F3AAB}" type="pres">
      <dgm:prSet presAssocID="{BC7EF476-F4D9-4981-8C13-2D5689C21C37}" presName="rootComposite" presStyleCnt="0"/>
      <dgm:spPr/>
    </dgm:pt>
    <dgm:pt modelId="{9B1DE9FC-1B9E-4731-A8BF-4F1C77645696}" type="pres">
      <dgm:prSet presAssocID="{BC7EF476-F4D9-4981-8C13-2D5689C21C37}" presName="rootText" presStyleLbl="node2" presStyleIdx="3" presStyleCnt="6">
        <dgm:presLayoutVars>
          <dgm:chPref val="3"/>
        </dgm:presLayoutVars>
      </dgm:prSet>
      <dgm:spPr/>
    </dgm:pt>
    <dgm:pt modelId="{E7FEC1D3-58BF-46C9-8B9A-34E1361E045E}" type="pres">
      <dgm:prSet presAssocID="{BC7EF476-F4D9-4981-8C13-2D5689C21C37}" presName="rootConnector" presStyleLbl="node2" presStyleIdx="3" presStyleCnt="6"/>
      <dgm:spPr/>
    </dgm:pt>
    <dgm:pt modelId="{3EF45043-B54E-4AF0-ADF8-6C177DBBAB50}" type="pres">
      <dgm:prSet presAssocID="{BC7EF476-F4D9-4981-8C13-2D5689C21C37}" presName="hierChild4" presStyleCnt="0"/>
      <dgm:spPr/>
    </dgm:pt>
    <dgm:pt modelId="{202D6254-ADF3-478D-96E1-CDD6FA1BD19A}" type="pres">
      <dgm:prSet presAssocID="{BC7EF476-F4D9-4981-8C13-2D5689C21C37}" presName="hierChild5" presStyleCnt="0"/>
      <dgm:spPr/>
    </dgm:pt>
    <dgm:pt modelId="{AD37AE29-A1F0-4342-B167-C2BD41852CEA}" type="pres">
      <dgm:prSet presAssocID="{B8EBA578-262A-44DC-B2AF-097078ADD91F}" presName="Name37" presStyleLbl="parChTrans1D2" presStyleIdx="4" presStyleCnt="6"/>
      <dgm:spPr/>
    </dgm:pt>
    <dgm:pt modelId="{F8D6785A-2571-4D2D-82EC-EF618F0E3470}" type="pres">
      <dgm:prSet presAssocID="{FFC52F31-C7A4-4B2C-A589-60693052CE51}" presName="hierRoot2" presStyleCnt="0">
        <dgm:presLayoutVars>
          <dgm:hierBranch val="init"/>
        </dgm:presLayoutVars>
      </dgm:prSet>
      <dgm:spPr/>
    </dgm:pt>
    <dgm:pt modelId="{A7CB8437-2AEA-493E-BA3B-190552DA9585}" type="pres">
      <dgm:prSet presAssocID="{FFC52F31-C7A4-4B2C-A589-60693052CE51}" presName="rootComposite" presStyleCnt="0"/>
      <dgm:spPr/>
    </dgm:pt>
    <dgm:pt modelId="{20185B99-ED16-477A-9F84-DFC649C59FE0}" type="pres">
      <dgm:prSet presAssocID="{FFC52F31-C7A4-4B2C-A589-60693052CE51}" presName="rootText" presStyleLbl="node2" presStyleIdx="4" presStyleCnt="6">
        <dgm:presLayoutVars>
          <dgm:chPref val="3"/>
        </dgm:presLayoutVars>
      </dgm:prSet>
      <dgm:spPr/>
    </dgm:pt>
    <dgm:pt modelId="{1E47608F-44ED-4D42-A0E8-A7B7F2D405DA}" type="pres">
      <dgm:prSet presAssocID="{FFC52F31-C7A4-4B2C-A589-60693052CE51}" presName="rootConnector" presStyleLbl="node2" presStyleIdx="4" presStyleCnt="6"/>
      <dgm:spPr/>
    </dgm:pt>
    <dgm:pt modelId="{51CA6731-1E58-4AD6-90AF-FBC3B8E6129B}" type="pres">
      <dgm:prSet presAssocID="{FFC52F31-C7A4-4B2C-A589-60693052CE51}" presName="hierChild4" presStyleCnt="0"/>
      <dgm:spPr/>
    </dgm:pt>
    <dgm:pt modelId="{0198ECD2-651B-4252-B3E2-DB3A631053E7}" type="pres">
      <dgm:prSet presAssocID="{FFC52F31-C7A4-4B2C-A589-60693052CE51}" presName="hierChild5" presStyleCnt="0"/>
      <dgm:spPr/>
    </dgm:pt>
    <dgm:pt modelId="{021DCBF4-BFFC-4C11-B87B-7739058BCA5B}" type="pres">
      <dgm:prSet presAssocID="{5ED47D1B-554B-4BF7-BDDF-C54499538035}" presName="Name37" presStyleLbl="parChTrans1D2" presStyleIdx="5" presStyleCnt="6"/>
      <dgm:spPr/>
    </dgm:pt>
    <dgm:pt modelId="{965E6595-DBE9-4BE5-AD3D-45476970C54C}" type="pres">
      <dgm:prSet presAssocID="{EDE34008-B131-4249-A698-C8A9B1BF9D5A}" presName="hierRoot2" presStyleCnt="0">
        <dgm:presLayoutVars>
          <dgm:hierBranch val="init"/>
        </dgm:presLayoutVars>
      </dgm:prSet>
      <dgm:spPr/>
    </dgm:pt>
    <dgm:pt modelId="{05B06920-3733-4315-BCBA-19269C50EB26}" type="pres">
      <dgm:prSet presAssocID="{EDE34008-B131-4249-A698-C8A9B1BF9D5A}" presName="rootComposite" presStyleCnt="0"/>
      <dgm:spPr/>
    </dgm:pt>
    <dgm:pt modelId="{91F1175B-842B-4C75-A567-E7BC40DBAB18}" type="pres">
      <dgm:prSet presAssocID="{EDE34008-B131-4249-A698-C8A9B1BF9D5A}" presName="rootText" presStyleLbl="node2" presStyleIdx="5" presStyleCnt="6">
        <dgm:presLayoutVars>
          <dgm:chPref val="3"/>
        </dgm:presLayoutVars>
      </dgm:prSet>
      <dgm:spPr/>
    </dgm:pt>
    <dgm:pt modelId="{E8CB9D35-AC39-4549-AFC0-9DD77E6068B3}" type="pres">
      <dgm:prSet presAssocID="{EDE34008-B131-4249-A698-C8A9B1BF9D5A}" presName="rootConnector" presStyleLbl="node2" presStyleIdx="5" presStyleCnt="6"/>
      <dgm:spPr/>
    </dgm:pt>
    <dgm:pt modelId="{A2C4895F-2335-4AAA-A1DF-54754BF104D2}" type="pres">
      <dgm:prSet presAssocID="{EDE34008-B131-4249-A698-C8A9B1BF9D5A}" presName="hierChild4" presStyleCnt="0"/>
      <dgm:spPr/>
    </dgm:pt>
    <dgm:pt modelId="{38A7CDD6-E5A2-44DA-AB80-BE2B08E5DB5A}" type="pres">
      <dgm:prSet presAssocID="{EDE34008-B131-4249-A698-C8A9B1BF9D5A}" presName="hierChild5" presStyleCnt="0"/>
      <dgm:spPr/>
    </dgm:pt>
    <dgm:pt modelId="{E787F037-32AD-47F2-B063-227CB0FBCBFC}" type="pres">
      <dgm:prSet presAssocID="{64765490-6902-442F-A594-1B15AB98B912}" presName="hierChild3" presStyleCnt="0"/>
      <dgm:spPr/>
    </dgm:pt>
  </dgm:ptLst>
  <dgm:cxnLst>
    <dgm:cxn modelId="{ACA10F03-C0CD-43D2-B335-3D2926968C82}" type="presOf" srcId="{BC7EF476-F4D9-4981-8C13-2D5689C21C37}" destId="{9B1DE9FC-1B9E-4731-A8BF-4F1C77645696}" srcOrd="0" destOrd="0" presId="urn:microsoft.com/office/officeart/2005/8/layout/orgChart1"/>
    <dgm:cxn modelId="{4D43AE03-978D-4BAA-9E3E-0E0117C258CD}" type="presOf" srcId="{EEA29859-C784-4D0A-A4BF-94B0F824ED67}" destId="{B7C3D112-A8EC-4297-A5B2-83E367599A58}" srcOrd="0" destOrd="0" presId="urn:microsoft.com/office/officeart/2005/8/layout/orgChart1"/>
    <dgm:cxn modelId="{AE48DF0D-21F1-48BD-972B-138DCF8FDF90}" type="presOf" srcId="{E574A4FF-5FBD-4C1F-B4B0-7BDC2F5EF50A}" destId="{2AB43E67-0740-4B01-9F4D-3762A10C4122}" srcOrd="0" destOrd="0" presId="urn:microsoft.com/office/officeart/2005/8/layout/orgChart1"/>
    <dgm:cxn modelId="{D5DB093C-DF9D-45B3-9E94-6B9479FA566E}" srcId="{64765490-6902-442F-A594-1B15AB98B912}" destId="{FFC52F31-C7A4-4B2C-A589-60693052CE51}" srcOrd="4" destOrd="0" parTransId="{B8EBA578-262A-44DC-B2AF-097078ADD91F}" sibTransId="{7A7F68E0-F2F9-4D5F-9A3A-D61134927B24}"/>
    <dgm:cxn modelId="{C2E11545-FBB3-4DF5-A6AE-026BB7A67BF4}" type="presOf" srcId="{B8EBA578-262A-44DC-B2AF-097078ADD91F}" destId="{AD37AE29-A1F0-4342-B167-C2BD41852CEA}" srcOrd="0" destOrd="0" presId="urn:microsoft.com/office/officeart/2005/8/layout/orgChart1"/>
    <dgm:cxn modelId="{1B515F4E-AC31-4ABA-9888-E7BF43122382}" type="presOf" srcId="{FFC52F31-C7A4-4B2C-A589-60693052CE51}" destId="{20185B99-ED16-477A-9F84-DFC649C59FE0}" srcOrd="0" destOrd="0" presId="urn:microsoft.com/office/officeart/2005/8/layout/orgChart1"/>
    <dgm:cxn modelId="{A8278151-64FB-4195-8CD4-8953F3AC9682}" type="presOf" srcId="{5ED47D1B-554B-4BF7-BDDF-C54499538035}" destId="{021DCBF4-BFFC-4C11-B87B-7739058BCA5B}" srcOrd="0" destOrd="0" presId="urn:microsoft.com/office/officeart/2005/8/layout/orgChart1"/>
    <dgm:cxn modelId="{EF1E6672-1E5C-4193-9557-6423680175A7}" type="presOf" srcId="{BC7EF476-F4D9-4981-8C13-2D5689C21C37}" destId="{E7FEC1D3-58BF-46C9-8B9A-34E1361E045E}" srcOrd="1" destOrd="0" presId="urn:microsoft.com/office/officeart/2005/8/layout/orgChart1"/>
    <dgm:cxn modelId="{9964097B-C45E-4E14-89AC-826D9266C76A}" type="presOf" srcId="{EDE34008-B131-4249-A698-C8A9B1BF9D5A}" destId="{91F1175B-842B-4C75-A567-E7BC40DBAB18}" srcOrd="0" destOrd="0" presId="urn:microsoft.com/office/officeart/2005/8/layout/orgChart1"/>
    <dgm:cxn modelId="{6A472989-9470-4006-B3C8-7B393F2A6846}" type="presOf" srcId="{2086B271-21EB-4C1A-ACAF-9D20A9522BAB}" destId="{154BBF01-AE2B-4257-A258-686995048510}" srcOrd="1" destOrd="0" presId="urn:microsoft.com/office/officeart/2005/8/layout/orgChart1"/>
    <dgm:cxn modelId="{BB7BB389-BE30-4305-ABBE-832ED475905D}" type="presOf" srcId="{64765490-6902-442F-A594-1B15AB98B912}" destId="{6EFDEB6B-6880-4BF4-ACD4-5D9EC138C9BD}" srcOrd="0" destOrd="0" presId="urn:microsoft.com/office/officeart/2005/8/layout/orgChart1"/>
    <dgm:cxn modelId="{67DC8095-0C26-4077-8FA0-6799FD6E9EEC}" type="presOf" srcId="{2086B271-21EB-4C1A-ACAF-9D20A9522BAB}" destId="{2F3DB0C7-5ACF-4EDB-BAF7-306BD58CC82E}" srcOrd="0" destOrd="0" presId="urn:microsoft.com/office/officeart/2005/8/layout/orgChart1"/>
    <dgm:cxn modelId="{2B0350A0-4500-4DDC-A64C-1255798E8102}" type="presOf" srcId="{B8D7B355-9F70-41B8-A648-798D1EC99E6E}" destId="{31DC32E4-F969-48B5-9D22-5B39FEA7D28E}" srcOrd="0" destOrd="0" presId="urn:microsoft.com/office/officeart/2005/8/layout/orgChart1"/>
    <dgm:cxn modelId="{B7E43BA2-A02C-4CA9-9A77-F8E2F328FDFB}" type="presOf" srcId="{EDE34008-B131-4249-A698-C8A9B1BF9D5A}" destId="{E8CB9D35-AC39-4549-AFC0-9DD77E6068B3}" srcOrd="1" destOrd="0" presId="urn:microsoft.com/office/officeart/2005/8/layout/orgChart1"/>
    <dgm:cxn modelId="{9A285DA5-C575-4A5B-889C-AEE33DF06178}" type="presOf" srcId="{8770D465-068C-4722-9803-CB150237568B}" destId="{7E19F124-79C5-4DD7-B840-770B380A541D}" srcOrd="0" destOrd="0" presId="urn:microsoft.com/office/officeart/2005/8/layout/orgChart1"/>
    <dgm:cxn modelId="{CBBBDCAA-2EF2-4E8D-B758-9AC43CBA15C6}" srcId="{E574A4FF-5FBD-4C1F-B4B0-7BDC2F5EF50A}" destId="{64765490-6902-442F-A594-1B15AB98B912}" srcOrd="0" destOrd="0" parTransId="{9A75451D-F092-4CE5-8857-8EAE5C80FDA9}" sibTransId="{601EF695-8F8E-4C29-84A3-DACE9050EDAE}"/>
    <dgm:cxn modelId="{BA59E6AC-61B5-45C1-8FCF-EA35D4FBCBD6}" type="presOf" srcId="{61318F10-2FC0-46C2-A8DD-90EB08458A92}" destId="{0AF9006C-B704-46B9-A1B8-F3960B971EC6}" srcOrd="1" destOrd="0" presId="urn:microsoft.com/office/officeart/2005/8/layout/orgChart1"/>
    <dgm:cxn modelId="{660FBDB8-5528-4B61-B617-5ADDE1EC7712}" type="presOf" srcId="{57FDDDF3-60F3-4FCB-BD12-900AB8588932}" destId="{75DBF985-6A4E-4475-9DC1-F3454C8819A5}" srcOrd="0" destOrd="0" presId="urn:microsoft.com/office/officeart/2005/8/layout/orgChart1"/>
    <dgm:cxn modelId="{BD33EFC4-5233-45E1-BE91-5C6A7C436D49}" type="presOf" srcId="{61318F10-2FC0-46C2-A8DD-90EB08458A92}" destId="{8D471D96-68AF-4D40-80A9-B15889B7A123}" srcOrd="0" destOrd="0" presId="urn:microsoft.com/office/officeart/2005/8/layout/orgChart1"/>
    <dgm:cxn modelId="{30AE2BD9-C75C-4E79-9CA1-8ADCCA0EA2C7}" srcId="{64765490-6902-442F-A594-1B15AB98B912}" destId="{2086B271-21EB-4C1A-ACAF-9D20A9522BAB}" srcOrd="0" destOrd="0" parTransId="{C4017F9C-B8C7-4CBE-B43F-4D76CC4EAED1}" sibTransId="{33A36473-97FC-4F4A-B110-B381522E6588}"/>
    <dgm:cxn modelId="{037CB2D9-2C02-4D57-A56D-0DE78900682A}" srcId="{64765490-6902-442F-A594-1B15AB98B912}" destId="{EEA29859-C784-4D0A-A4BF-94B0F824ED67}" srcOrd="1" destOrd="0" parTransId="{8770D465-068C-4722-9803-CB150237568B}" sibTransId="{AAC99FDB-8877-46B2-99F3-985DDB917361}"/>
    <dgm:cxn modelId="{441037DB-4FE5-4922-926D-B1E51E072529}" srcId="{64765490-6902-442F-A594-1B15AB98B912}" destId="{EDE34008-B131-4249-A698-C8A9B1BF9D5A}" srcOrd="5" destOrd="0" parTransId="{5ED47D1B-554B-4BF7-BDDF-C54499538035}" sibTransId="{F80F9085-0958-4F7C-BB0C-C503FFD7A772}"/>
    <dgm:cxn modelId="{FB0274DC-19E8-4051-94D9-D5732070FD50}" srcId="{64765490-6902-442F-A594-1B15AB98B912}" destId="{BC7EF476-F4D9-4981-8C13-2D5689C21C37}" srcOrd="3" destOrd="0" parTransId="{57FDDDF3-60F3-4FCB-BD12-900AB8588932}" sibTransId="{E20B047A-FDD3-4401-94D0-4E00E2492ADB}"/>
    <dgm:cxn modelId="{835504E1-CC97-411C-A821-824990B9F5C0}" srcId="{64765490-6902-442F-A594-1B15AB98B912}" destId="{61318F10-2FC0-46C2-A8DD-90EB08458A92}" srcOrd="2" destOrd="0" parTransId="{B8D7B355-9F70-41B8-A648-798D1EC99E6E}" sibTransId="{973084E6-3043-46DC-85E0-1891F23F75F1}"/>
    <dgm:cxn modelId="{40F625E8-BA6E-4DA4-9331-E02DDBD58533}" type="presOf" srcId="{EEA29859-C784-4D0A-A4BF-94B0F824ED67}" destId="{1D9519EF-BDC1-476F-BCC5-DF2FD92115C1}" srcOrd="1" destOrd="0" presId="urn:microsoft.com/office/officeart/2005/8/layout/orgChart1"/>
    <dgm:cxn modelId="{E80F2BEC-5BAD-4D14-9A69-CE1AF423F490}" type="presOf" srcId="{64765490-6902-442F-A594-1B15AB98B912}" destId="{75366982-50D7-4E74-AF49-264C3B624577}" srcOrd="1" destOrd="0" presId="urn:microsoft.com/office/officeart/2005/8/layout/orgChart1"/>
    <dgm:cxn modelId="{4E68D7F6-A3CD-4828-AD36-095860318EF9}" type="presOf" srcId="{FFC52F31-C7A4-4B2C-A589-60693052CE51}" destId="{1E47608F-44ED-4D42-A0E8-A7B7F2D405DA}" srcOrd="1" destOrd="0" presId="urn:microsoft.com/office/officeart/2005/8/layout/orgChart1"/>
    <dgm:cxn modelId="{E9947CFE-D3B1-406D-B0AB-3EFDF8247411}" type="presOf" srcId="{C4017F9C-B8C7-4CBE-B43F-4D76CC4EAED1}" destId="{4CCE8115-F5BE-46FA-AE97-AF3AC162BB28}" srcOrd="0" destOrd="0" presId="urn:microsoft.com/office/officeart/2005/8/layout/orgChart1"/>
    <dgm:cxn modelId="{B48503E9-6666-428D-84B3-A6D93CA127DA}" type="presParOf" srcId="{2AB43E67-0740-4B01-9F4D-3762A10C4122}" destId="{0C168010-9CA3-43CE-B941-9C3D56E70098}" srcOrd="0" destOrd="0" presId="urn:microsoft.com/office/officeart/2005/8/layout/orgChart1"/>
    <dgm:cxn modelId="{A13EDA42-FE63-46AC-962C-6552BB7B8E66}" type="presParOf" srcId="{0C168010-9CA3-43CE-B941-9C3D56E70098}" destId="{1D77F7AF-359A-49B0-91F9-12F8D9727323}" srcOrd="0" destOrd="0" presId="urn:microsoft.com/office/officeart/2005/8/layout/orgChart1"/>
    <dgm:cxn modelId="{AE428448-7C64-49A5-8B9D-494AFB31C1DF}" type="presParOf" srcId="{1D77F7AF-359A-49B0-91F9-12F8D9727323}" destId="{6EFDEB6B-6880-4BF4-ACD4-5D9EC138C9BD}" srcOrd="0" destOrd="0" presId="urn:microsoft.com/office/officeart/2005/8/layout/orgChart1"/>
    <dgm:cxn modelId="{65483068-A604-42C5-9771-ABB1F9464ECB}" type="presParOf" srcId="{1D77F7AF-359A-49B0-91F9-12F8D9727323}" destId="{75366982-50D7-4E74-AF49-264C3B624577}" srcOrd="1" destOrd="0" presId="urn:microsoft.com/office/officeart/2005/8/layout/orgChart1"/>
    <dgm:cxn modelId="{90D6D702-14D1-4174-9214-CFE8B7189333}" type="presParOf" srcId="{0C168010-9CA3-43CE-B941-9C3D56E70098}" destId="{04CF6DBB-3DB8-417C-B9D4-F6E7F0C3E0F3}" srcOrd="1" destOrd="0" presId="urn:microsoft.com/office/officeart/2005/8/layout/orgChart1"/>
    <dgm:cxn modelId="{6762D232-C2D6-4DD3-B034-C4B31B14518A}" type="presParOf" srcId="{04CF6DBB-3DB8-417C-B9D4-F6E7F0C3E0F3}" destId="{4CCE8115-F5BE-46FA-AE97-AF3AC162BB28}" srcOrd="0" destOrd="0" presId="urn:microsoft.com/office/officeart/2005/8/layout/orgChart1"/>
    <dgm:cxn modelId="{A204A054-0A2C-4B24-9928-69F199372E0F}" type="presParOf" srcId="{04CF6DBB-3DB8-417C-B9D4-F6E7F0C3E0F3}" destId="{CD3D63C0-4B50-4E42-878C-8B58EBCDF306}" srcOrd="1" destOrd="0" presId="urn:microsoft.com/office/officeart/2005/8/layout/orgChart1"/>
    <dgm:cxn modelId="{2E428FCE-41C0-46F2-BE1B-2A2ADEBF35A9}" type="presParOf" srcId="{CD3D63C0-4B50-4E42-878C-8B58EBCDF306}" destId="{2CD2504E-9F6E-4641-8D59-0562329D9575}" srcOrd="0" destOrd="0" presId="urn:microsoft.com/office/officeart/2005/8/layout/orgChart1"/>
    <dgm:cxn modelId="{EDA5ACFA-E9CE-43BC-99A2-F4D12F34AB63}" type="presParOf" srcId="{2CD2504E-9F6E-4641-8D59-0562329D9575}" destId="{2F3DB0C7-5ACF-4EDB-BAF7-306BD58CC82E}" srcOrd="0" destOrd="0" presId="urn:microsoft.com/office/officeart/2005/8/layout/orgChart1"/>
    <dgm:cxn modelId="{9A726D2F-8673-4C06-82B0-1CFE12A72F59}" type="presParOf" srcId="{2CD2504E-9F6E-4641-8D59-0562329D9575}" destId="{154BBF01-AE2B-4257-A258-686995048510}" srcOrd="1" destOrd="0" presId="urn:microsoft.com/office/officeart/2005/8/layout/orgChart1"/>
    <dgm:cxn modelId="{01A308F7-E7CF-4E6B-B4D2-7941461B14F1}" type="presParOf" srcId="{CD3D63C0-4B50-4E42-878C-8B58EBCDF306}" destId="{D4BA84F6-8C83-40FD-896E-7DE04307D89F}" srcOrd="1" destOrd="0" presId="urn:microsoft.com/office/officeart/2005/8/layout/orgChart1"/>
    <dgm:cxn modelId="{C948C34A-BB36-4589-8034-C50A64810357}" type="presParOf" srcId="{CD3D63C0-4B50-4E42-878C-8B58EBCDF306}" destId="{25470CD8-638A-4109-8D6A-1FE9DB72BA9E}" srcOrd="2" destOrd="0" presId="urn:microsoft.com/office/officeart/2005/8/layout/orgChart1"/>
    <dgm:cxn modelId="{67EA9E23-9192-4CA8-A865-73BA8E174496}" type="presParOf" srcId="{04CF6DBB-3DB8-417C-B9D4-F6E7F0C3E0F3}" destId="{7E19F124-79C5-4DD7-B840-770B380A541D}" srcOrd="2" destOrd="0" presId="urn:microsoft.com/office/officeart/2005/8/layout/orgChart1"/>
    <dgm:cxn modelId="{10CDA182-2057-496B-B1FE-DC211931EB27}" type="presParOf" srcId="{04CF6DBB-3DB8-417C-B9D4-F6E7F0C3E0F3}" destId="{447A5BE0-3061-4C08-A142-40603A5E912B}" srcOrd="3" destOrd="0" presId="urn:microsoft.com/office/officeart/2005/8/layout/orgChart1"/>
    <dgm:cxn modelId="{305359EC-A88E-4412-9C7D-85753BB31FAC}" type="presParOf" srcId="{447A5BE0-3061-4C08-A142-40603A5E912B}" destId="{5D1501DD-8B5F-403C-960D-047F3F2E852B}" srcOrd="0" destOrd="0" presId="urn:microsoft.com/office/officeart/2005/8/layout/orgChart1"/>
    <dgm:cxn modelId="{E842CDD3-01C5-4238-A6F7-429DC0E43F78}" type="presParOf" srcId="{5D1501DD-8B5F-403C-960D-047F3F2E852B}" destId="{B7C3D112-A8EC-4297-A5B2-83E367599A58}" srcOrd="0" destOrd="0" presId="urn:microsoft.com/office/officeart/2005/8/layout/orgChart1"/>
    <dgm:cxn modelId="{D8034F26-CB18-4BDF-AC37-FC2C450DFBEA}" type="presParOf" srcId="{5D1501DD-8B5F-403C-960D-047F3F2E852B}" destId="{1D9519EF-BDC1-476F-BCC5-DF2FD92115C1}" srcOrd="1" destOrd="0" presId="urn:microsoft.com/office/officeart/2005/8/layout/orgChart1"/>
    <dgm:cxn modelId="{44069B66-C804-4E3B-A522-CD7627E04BB9}" type="presParOf" srcId="{447A5BE0-3061-4C08-A142-40603A5E912B}" destId="{A28A3EBA-FA97-4F21-B4B5-DFC4FB7AF37C}" srcOrd="1" destOrd="0" presId="urn:microsoft.com/office/officeart/2005/8/layout/orgChart1"/>
    <dgm:cxn modelId="{771A1674-E17D-4FED-92CB-A7728BE3436C}" type="presParOf" srcId="{447A5BE0-3061-4C08-A142-40603A5E912B}" destId="{9DDBB90C-C545-4217-97FA-7F8AFF109866}" srcOrd="2" destOrd="0" presId="urn:microsoft.com/office/officeart/2005/8/layout/orgChart1"/>
    <dgm:cxn modelId="{41187ADB-15B5-44B9-BCDD-9F6621EA7CFF}" type="presParOf" srcId="{04CF6DBB-3DB8-417C-B9D4-F6E7F0C3E0F3}" destId="{31DC32E4-F969-48B5-9D22-5B39FEA7D28E}" srcOrd="4" destOrd="0" presId="urn:microsoft.com/office/officeart/2005/8/layout/orgChart1"/>
    <dgm:cxn modelId="{8FB1FCFC-D901-433D-85A7-BE094B1E6F61}" type="presParOf" srcId="{04CF6DBB-3DB8-417C-B9D4-F6E7F0C3E0F3}" destId="{9EABB865-0A51-41CD-9711-9F2452D7BAE3}" srcOrd="5" destOrd="0" presId="urn:microsoft.com/office/officeart/2005/8/layout/orgChart1"/>
    <dgm:cxn modelId="{03292847-D294-4475-8399-3B67ABE7AE42}" type="presParOf" srcId="{9EABB865-0A51-41CD-9711-9F2452D7BAE3}" destId="{F0818532-57E9-4779-B0E9-A94522B7101A}" srcOrd="0" destOrd="0" presId="urn:microsoft.com/office/officeart/2005/8/layout/orgChart1"/>
    <dgm:cxn modelId="{7B65FF8A-B4C7-449A-8292-F123AF6D9A34}" type="presParOf" srcId="{F0818532-57E9-4779-B0E9-A94522B7101A}" destId="{8D471D96-68AF-4D40-80A9-B15889B7A123}" srcOrd="0" destOrd="0" presId="urn:microsoft.com/office/officeart/2005/8/layout/orgChart1"/>
    <dgm:cxn modelId="{06B18163-867D-4B71-9AF6-029A3350F46A}" type="presParOf" srcId="{F0818532-57E9-4779-B0E9-A94522B7101A}" destId="{0AF9006C-B704-46B9-A1B8-F3960B971EC6}" srcOrd="1" destOrd="0" presId="urn:microsoft.com/office/officeart/2005/8/layout/orgChart1"/>
    <dgm:cxn modelId="{C3261FAE-E1AA-410A-A33F-C9828F12AD1D}" type="presParOf" srcId="{9EABB865-0A51-41CD-9711-9F2452D7BAE3}" destId="{45B867FD-B8B1-49A6-BB4E-A2CD9A72756E}" srcOrd="1" destOrd="0" presId="urn:microsoft.com/office/officeart/2005/8/layout/orgChart1"/>
    <dgm:cxn modelId="{A04D4E5F-B260-430A-86D7-A98768250FDB}" type="presParOf" srcId="{9EABB865-0A51-41CD-9711-9F2452D7BAE3}" destId="{9E7E3FC8-08BB-4EA7-B984-A379487CECCD}" srcOrd="2" destOrd="0" presId="urn:microsoft.com/office/officeart/2005/8/layout/orgChart1"/>
    <dgm:cxn modelId="{AD1D7F39-BA24-45FB-B4DC-3A22D5615031}" type="presParOf" srcId="{04CF6DBB-3DB8-417C-B9D4-F6E7F0C3E0F3}" destId="{75DBF985-6A4E-4475-9DC1-F3454C8819A5}" srcOrd="6" destOrd="0" presId="urn:microsoft.com/office/officeart/2005/8/layout/orgChart1"/>
    <dgm:cxn modelId="{2F871FE9-5297-4375-B8D6-B8F6D4316E8C}" type="presParOf" srcId="{04CF6DBB-3DB8-417C-B9D4-F6E7F0C3E0F3}" destId="{690BD1A8-6653-4A08-B33A-AC7403C7EEFE}" srcOrd="7" destOrd="0" presId="urn:microsoft.com/office/officeart/2005/8/layout/orgChart1"/>
    <dgm:cxn modelId="{2E758672-B64E-4A77-9977-967665136FBC}" type="presParOf" srcId="{690BD1A8-6653-4A08-B33A-AC7403C7EEFE}" destId="{D75ED5B5-89C5-4A05-897C-B9BC532F3AAB}" srcOrd="0" destOrd="0" presId="urn:microsoft.com/office/officeart/2005/8/layout/orgChart1"/>
    <dgm:cxn modelId="{226F1E6A-C7BE-4A45-B041-A7A7C1DD228A}" type="presParOf" srcId="{D75ED5B5-89C5-4A05-897C-B9BC532F3AAB}" destId="{9B1DE9FC-1B9E-4731-A8BF-4F1C77645696}" srcOrd="0" destOrd="0" presId="urn:microsoft.com/office/officeart/2005/8/layout/orgChart1"/>
    <dgm:cxn modelId="{4D7C56F5-8331-4C7F-8978-E358C0C20E4C}" type="presParOf" srcId="{D75ED5B5-89C5-4A05-897C-B9BC532F3AAB}" destId="{E7FEC1D3-58BF-46C9-8B9A-34E1361E045E}" srcOrd="1" destOrd="0" presId="urn:microsoft.com/office/officeart/2005/8/layout/orgChart1"/>
    <dgm:cxn modelId="{B9F18ED8-DF7B-4D41-91C8-139681293CE8}" type="presParOf" srcId="{690BD1A8-6653-4A08-B33A-AC7403C7EEFE}" destId="{3EF45043-B54E-4AF0-ADF8-6C177DBBAB50}" srcOrd="1" destOrd="0" presId="urn:microsoft.com/office/officeart/2005/8/layout/orgChart1"/>
    <dgm:cxn modelId="{A29CE02C-DF09-45C9-850E-055D53013466}" type="presParOf" srcId="{690BD1A8-6653-4A08-B33A-AC7403C7EEFE}" destId="{202D6254-ADF3-478D-96E1-CDD6FA1BD19A}" srcOrd="2" destOrd="0" presId="urn:microsoft.com/office/officeart/2005/8/layout/orgChart1"/>
    <dgm:cxn modelId="{50E54494-4B94-4BC1-BE3F-AC6B61EC7672}" type="presParOf" srcId="{04CF6DBB-3DB8-417C-B9D4-F6E7F0C3E0F3}" destId="{AD37AE29-A1F0-4342-B167-C2BD41852CEA}" srcOrd="8" destOrd="0" presId="urn:microsoft.com/office/officeart/2005/8/layout/orgChart1"/>
    <dgm:cxn modelId="{9293FA6A-A803-4702-A901-45848B696DD9}" type="presParOf" srcId="{04CF6DBB-3DB8-417C-B9D4-F6E7F0C3E0F3}" destId="{F8D6785A-2571-4D2D-82EC-EF618F0E3470}" srcOrd="9" destOrd="0" presId="urn:microsoft.com/office/officeart/2005/8/layout/orgChart1"/>
    <dgm:cxn modelId="{4CFD44C3-44A8-4FB9-89BB-28665CC08086}" type="presParOf" srcId="{F8D6785A-2571-4D2D-82EC-EF618F0E3470}" destId="{A7CB8437-2AEA-493E-BA3B-190552DA9585}" srcOrd="0" destOrd="0" presId="urn:microsoft.com/office/officeart/2005/8/layout/orgChart1"/>
    <dgm:cxn modelId="{EF160563-00E2-4138-829D-557C27F512E1}" type="presParOf" srcId="{A7CB8437-2AEA-493E-BA3B-190552DA9585}" destId="{20185B99-ED16-477A-9F84-DFC649C59FE0}" srcOrd="0" destOrd="0" presId="urn:microsoft.com/office/officeart/2005/8/layout/orgChart1"/>
    <dgm:cxn modelId="{AC064F81-5D69-46B5-9155-A5BB594C9823}" type="presParOf" srcId="{A7CB8437-2AEA-493E-BA3B-190552DA9585}" destId="{1E47608F-44ED-4D42-A0E8-A7B7F2D405DA}" srcOrd="1" destOrd="0" presId="urn:microsoft.com/office/officeart/2005/8/layout/orgChart1"/>
    <dgm:cxn modelId="{1FBFF53F-01AA-4AB0-91A9-18E5347DEEA3}" type="presParOf" srcId="{F8D6785A-2571-4D2D-82EC-EF618F0E3470}" destId="{51CA6731-1E58-4AD6-90AF-FBC3B8E6129B}" srcOrd="1" destOrd="0" presId="urn:microsoft.com/office/officeart/2005/8/layout/orgChart1"/>
    <dgm:cxn modelId="{0E703D99-8346-4B9B-96C4-E3C699C26650}" type="presParOf" srcId="{F8D6785A-2571-4D2D-82EC-EF618F0E3470}" destId="{0198ECD2-651B-4252-B3E2-DB3A631053E7}" srcOrd="2" destOrd="0" presId="urn:microsoft.com/office/officeart/2005/8/layout/orgChart1"/>
    <dgm:cxn modelId="{39E3CCC9-997E-47FB-B5A6-A1CA598B8E98}" type="presParOf" srcId="{04CF6DBB-3DB8-417C-B9D4-F6E7F0C3E0F3}" destId="{021DCBF4-BFFC-4C11-B87B-7739058BCA5B}" srcOrd="10" destOrd="0" presId="urn:microsoft.com/office/officeart/2005/8/layout/orgChart1"/>
    <dgm:cxn modelId="{CA45474B-F25A-46BE-A9ED-82D6864621C2}" type="presParOf" srcId="{04CF6DBB-3DB8-417C-B9D4-F6E7F0C3E0F3}" destId="{965E6595-DBE9-4BE5-AD3D-45476970C54C}" srcOrd="11" destOrd="0" presId="urn:microsoft.com/office/officeart/2005/8/layout/orgChart1"/>
    <dgm:cxn modelId="{FD940766-84D1-497E-A4F8-3FC252782827}" type="presParOf" srcId="{965E6595-DBE9-4BE5-AD3D-45476970C54C}" destId="{05B06920-3733-4315-BCBA-19269C50EB26}" srcOrd="0" destOrd="0" presId="urn:microsoft.com/office/officeart/2005/8/layout/orgChart1"/>
    <dgm:cxn modelId="{820B7F03-C65C-409B-AF74-DDFACFBECBB3}" type="presParOf" srcId="{05B06920-3733-4315-BCBA-19269C50EB26}" destId="{91F1175B-842B-4C75-A567-E7BC40DBAB18}" srcOrd="0" destOrd="0" presId="urn:microsoft.com/office/officeart/2005/8/layout/orgChart1"/>
    <dgm:cxn modelId="{F28F385A-4B9E-47B2-BEFD-65750765B451}" type="presParOf" srcId="{05B06920-3733-4315-BCBA-19269C50EB26}" destId="{E8CB9D35-AC39-4549-AFC0-9DD77E6068B3}" srcOrd="1" destOrd="0" presId="urn:microsoft.com/office/officeart/2005/8/layout/orgChart1"/>
    <dgm:cxn modelId="{E318DCD0-4532-4A62-BEBF-E5F07F1188DC}" type="presParOf" srcId="{965E6595-DBE9-4BE5-AD3D-45476970C54C}" destId="{A2C4895F-2335-4AAA-A1DF-54754BF104D2}" srcOrd="1" destOrd="0" presId="urn:microsoft.com/office/officeart/2005/8/layout/orgChart1"/>
    <dgm:cxn modelId="{09E8718B-0DDB-41E2-A9EC-969E98FC3F7D}" type="presParOf" srcId="{965E6595-DBE9-4BE5-AD3D-45476970C54C}" destId="{38A7CDD6-E5A2-44DA-AB80-BE2B08E5DB5A}" srcOrd="2" destOrd="0" presId="urn:microsoft.com/office/officeart/2005/8/layout/orgChart1"/>
    <dgm:cxn modelId="{31A9C00E-6672-4928-A905-C6A19EAD15D3}" type="presParOf" srcId="{0C168010-9CA3-43CE-B941-9C3D56E70098}" destId="{E787F037-32AD-47F2-B063-227CB0FBCBFC}" srcOrd="2" destOrd="0" presId="urn:microsoft.com/office/officeart/2005/8/layout/orgChar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05DD18D-413B-4FAB-B47C-5C84EAB16828}"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87862A58-1EBA-4548-90B1-7104573CBC4F}">
      <dgm:prSet phldrT="[Text]"/>
      <dgm:spPr/>
      <dgm:t>
        <a:bodyPr/>
        <a:lstStyle/>
        <a:p>
          <a:r>
            <a:rPr lang="en-US" b="1" dirty="0">
              <a:solidFill>
                <a:schemeClr val="bg1"/>
              </a:solidFill>
            </a:rPr>
            <a:t>Security by design</a:t>
          </a:r>
        </a:p>
      </dgm:t>
    </dgm:pt>
    <dgm:pt modelId="{26578FCD-051E-468C-9FD5-A8B0A9423F5B}" type="parTrans" cxnId="{34D917FE-04E6-48FD-AA1B-2CF944FC2D57}">
      <dgm:prSet/>
      <dgm:spPr/>
      <dgm:t>
        <a:bodyPr/>
        <a:lstStyle/>
        <a:p>
          <a:endParaRPr lang="en-US"/>
        </a:p>
      </dgm:t>
    </dgm:pt>
    <dgm:pt modelId="{B2AEC826-2261-456C-9511-EA3622C06A3D}" type="sibTrans" cxnId="{34D917FE-04E6-48FD-AA1B-2CF944FC2D57}">
      <dgm:prSet/>
      <dgm:spPr/>
      <dgm:t>
        <a:bodyPr/>
        <a:lstStyle/>
        <a:p>
          <a:endParaRPr lang="en-US"/>
        </a:p>
      </dgm:t>
    </dgm:pt>
    <dgm:pt modelId="{148D6960-27CA-415D-89A9-F9E89F1A6BA6}">
      <dgm:prSet phldrT="[Text]"/>
      <dgm:spPr/>
      <dgm:t>
        <a:bodyPr/>
        <a:lstStyle/>
        <a:p>
          <a:r>
            <a:rPr lang="en-US" b="1" dirty="0">
              <a:solidFill>
                <a:schemeClr val="bg1"/>
              </a:solidFill>
            </a:rPr>
            <a:t>Security architecture</a:t>
          </a:r>
        </a:p>
      </dgm:t>
    </dgm:pt>
    <dgm:pt modelId="{B172816D-C555-47B6-B8CE-B4D7CBFD0417}" type="parTrans" cxnId="{B415DC5C-CD2C-4E6B-9EB9-C2C076C8F7E6}">
      <dgm:prSet/>
      <dgm:spPr/>
      <dgm:t>
        <a:bodyPr/>
        <a:lstStyle/>
        <a:p>
          <a:endParaRPr lang="en-US"/>
        </a:p>
      </dgm:t>
    </dgm:pt>
    <dgm:pt modelId="{98CFFBC1-92C6-423E-818B-DA2FD7C0535E}" type="sibTrans" cxnId="{B415DC5C-CD2C-4E6B-9EB9-C2C076C8F7E6}">
      <dgm:prSet/>
      <dgm:spPr/>
      <dgm:t>
        <a:bodyPr/>
        <a:lstStyle/>
        <a:p>
          <a:endParaRPr lang="en-US"/>
        </a:p>
      </dgm:t>
    </dgm:pt>
    <dgm:pt modelId="{7BAAB38A-F302-4952-ABDC-94248CD4623A}">
      <dgm:prSet phldrT="[Text]"/>
      <dgm:spPr/>
      <dgm:t>
        <a:bodyPr/>
        <a:lstStyle/>
        <a:p>
          <a:r>
            <a:rPr lang="en-US" b="1" dirty="0">
              <a:solidFill>
                <a:schemeClr val="bg1"/>
              </a:solidFill>
            </a:rPr>
            <a:t>Security measures</a:t>
          </a:r>
        </a:p>
      </dgm:t>
    </dgm:pt>
    <dgm:pt modelId="{E179513E-9E31-4721-B17F-C8C4504E714E}" type="parTrans" cxnId="{5C450683-B96F-4911-B303-21D7C5C05998}">
      <dgm:prSet/>
      <dgm:spPr/>
      <dgm:t>
        <a:bodyPr/>
        <a:lstStyle/>
        <a:p>
          <a:endParaRPr lang="en-US"/>
        </a:p>
      </dgm:t>
    </dgm:pt>
    <dgm:pt modelId="{E8D927BC-24DC-4055-99FB-349FF1568FFB}" type="sibTrans" cxnId="{5C450683-B96F-4911-B303-21D7C5C05998}">
      <dgm:prSet/>
      <dgm:spPr/>
      <dgm:t>
        <a:bodyPr/>
        <a:lstStyle/>
        <a:p>
          <a:endParaRPr lang="en-US"/>
        </a:p>
      </dgm:t>
    </dgm:pt>
    <dgm:pt modelId="{476D9E7A-87C8-4435-B79B-9A235D680395}">
      <dgm:prSet phldrT="[Text]"/>
      <dgm:spPr/>
      <dgm:t>
        <a:bodyPr/>
        <a:lstStyle/>
        <a:p>
          <a:r>
            <a:rPr lang="en-US" b="1" dirty="0">
              <a:solidFill>
                <a:schemeClr val="bg1"/>
              </a:solidFill>
            </a:rPr>
            <a:t>Vulnerability management</a:t>
          </a:r>
        </a:p>
      </dgm:t>
    </dgm:pt>
    <dgm:pt modelId="{A0871B19-4BBB-43D6-ABC6-3CE862369FA9}" type="parTrans" cxnId="{A503E546-FDDA-42F5-BAE3-5AB5FB365530}">
      <dgm:prSet/>
      <dgm:spPr/>
      <dgm:t>
        <a:bodyPr/>
        <a:lstStyle/>
        <a:p>
          <a:endParaRPr lang="en-US"/>
        </a:p>
      </dgm:t>
    </dgm:pt>
    <dgm:pt modelId="{5149F4D8-F498-46C5-8FAE-498F4C019D79}" type="sibTrans" cxnId="{A503E546-FDDA-42F5-BAE3-5AB5FB365530}">
      <dgm:prSet/>
      <dgm:spPr/>
      <dgm:t>
        <a:bodyPr/>
        <a:lstStyle/>
        <a:p>
          <a:endParaRPr lang="en-US"/>
        </a:p>
      </dgm:t>
    </dgm:pt>
    <dgm:pt modelId="{64CCFA97-9F02-43A8-817B-AD7D3D16D85D}">
      <dgm:prSet phldrT="[Text]"/>
      <dgm:spPr/>
      <dgm:t>
        <a:bodyPr/>
        <a:lstStyle/>
        <a:p>
          <a:r>
            <a:rPr lang="en-US" b="1" dirty="0">
              <a:solidFill>
                <a:schemeClr val="bg1"/>
              </a:solidFill>
            </a:rPr>
            <a:t>Secure operating systems</a:t>
          </a:r>
        </a:p>
      </dgm:t>
    </dgm:pt>
    <dgm:pt modelId="{6760F6AB-720D-4B51-B1C7-736860759963}" type="parTrans" cxnId="{DB9274CC-528F-4F34-9B22-745F6F234E7C}">
      <dgm:prSet/>
      <dgm:spPr/>
      <dgm:t>
        <a:bodyPr/>
        <a:lstStyle/>
        <a:p>
          <a:endParaRPr lang="en-US"/>
        </a:p>
      </dgm:t>
    </dgm:pt>
    <dgm:pt modelId="{6087FAD4-09C8-40E9-B510-285D48E1E4FC}" type="sibTrans" cxnId="{DB9274CC-528F-4F34-9B22-745F6F234E7C}">
      <dgm:prSet/>
      <dgm:spPr/>
      <dgm:t>
        <a:bodyPr/>
        <a:lstStyle/>
        <a:p>
          <a:endParaRPr lang="en-US"/>
        </a:p>
      </dgm:t>
    </dgm:pt>
    <dgm:pt modelId="{11B863DF-E39E-473E-AC9A-52F9BCEC22B3}" type="pres">
      <dgm:prSet presAssocID="{005DD18D-413B-4FAB-B47C-5C84EAB16828}" presName="diagram" presStyleCnt="0">
        <dgm:presLayoutVars>
          <dgm:dir/>
          <dgm:resizeHandles val="exact"/>
        </dgm:presLayoutVars>
      </dgm:prSet>
      <dgm:spPr/>
    </dgm:pt>
    <dgm:pt modelId="{034AE9C3-0FB6-46C1-9AE3-CCD1FA2B3FB9}" type="pres">
      <dgm:prSet presAssocID="{87862A58-1EBA-4548-90B1-7104573CBC4F}" presName="node" presStyleLbl="node1" presStyleIdx="0" presStyleCnt="5">
        <dgm:presLayoutVars>
          <dgm:bulletEnabled val="1"/>
        </dgm:presLayoutVars>
      </dgm:prSet>
      <dgm:spPr/>
    </dgm:pt>
    <dgm:pt modelId="{3B2DAF6D-4DFC-4057-AFAE-CC54534FCD73}" type="pres">
      <dgm:prSet presAssocID="{B2AEC826-2261-456C-9511-EA3622C06A3D}" presName="sibTrans" presStyleCnt="0"/>
      <dgm:spPr/>
    </dgm:pt>
    <dgm:pt modelId="{6030006C-DB2E-4B8E-A782-29DD6BC8B770}" type="pres">
      <dgm:prSet presAssocID="{148D6960-27CA-415D-89A9-F9E89F1A6BA6}" presName="node" presStyleLbl="node1" presStyleIdx="1" presStyleCnt="5">
        <dgm:presLayoutVars>
          <dgm:bulletEnabled val="1"/>
        </dgm:presLayoutVars>
      </dgm:prSet>
      <dgm:spPr/>
    </dgm:pt>
    <dgm:pt modelId="{69190C6C-37B9-4693-8168-A20AEB36188C}" type="pres">
      <dgm:prSet presAssocID="{98CFFBC1-92C6-423E-818B-DA2FD7C0535E}" presName="sibTrans" presStyleCnt="0"/>
      <dgm:spPr/>
    </dgm:pt>
    <dgm:pt modelId="{437827C6-C9B4-4AB2-9484-EF9F54A58EDC}" type="pres">
      <dgm:prSet presAssocID="{7BAAB38A-F302-4952-ABDC-94248CD4623A}" presName="node" presStyleLbl="node1" presStyleIdx="2" presStyleCnt="5">
        <dgm:presLayoutVars>
          <dgm:bulletEnabled val="1"/>
        </dgm:presLayoutVars>
      </dgm:prSet>
      <dgm:spPr/>
    </dgm:pt>
    <dgm:pt modelId="{4630211B-EEFB-4A3C-AD1A-2886CBD9B628}" type="pres">
      <dgm:prSet presAssocID="{E8D927BC-24DC-4055-99FB-349FF1568FFB}" presName="sibTrans" presStyleCnt="0"/>
      <dgm:spPr/>
    </dgm:pt>
    <dgm:pt modelId="{6B3E79C7-0191-4D0B-B061-C3D58E13178C}" type="pres">
      <dgm:prSet presAssocID="{476D9E7A-87C8-4435-B79B-9A235D680395}" presName="node" presStyleLbl="node1" presStyleIdx="3" presStyleCnt="5">
        <dgm:presLayoutVars>
          <dgm:bulletEnabled val="1"/>
        </dgm:presLayoutVars>
      </dgm:prSet>
      <dgm:spPr/>
    </dgm:pt>
    <dgm:pt modelId="{F75A6180-FAFC-4796-9510-7BA0A70F419C}" type="pres">
      <dgm:prSet presAssocID="{5149F4D8-F498-46C5-8FAE-498F4C019D79}" presName="sibTrans" presStyleCnt="0"/>
      <dgm:spPr/>
    </dgm:pt>
    <dgm:pt modelId="{8F7B4790-7BCE-4B7F-A686-CF39B33B8E35}" type="pres">
      <dgm:prSet presAssocID="{64CCFA97-9F02-43A8-817B-AD7D3D16D85D}" presName="node" presStyleLbl="node1" presStyleIdx="4" presStyleCnt="5">
        <dgm:presLayoutVars>
          <dgm:bulletEnabled val="1"/>
        </dgm:presLayoutVars>
      </dgm:prSet>
      <dgm:spPr/>
    </dgm:pt>
  </dgm:ptLst>
  <dgm:cxnLst>
    <dgm:cxn modelId="{0463A803-E92E-4C4D-96A1-6FE8B0D2409D}" type="presOf" srcId="{87862A58-1EBA-4548-90B1-7104573CBC4F}" destId="{034AE9C3-0FB6-46C1-9AE3-CCD1FA2B3FB9}" srcOrd="0" destOrd="0" presId="urn:microsoft.com/office/officeart/2005/8/layout/default"/>
    <dgm:cxn modelId="{CE690904-7C5B-40D8-B3AD-2C767E35898B}" type="presOf" srcId="{148D6960-27CA-415D-89A9-F9E89F1A6BA6}" destId="{6030006C-DB2E-4B8E-A782-29DD6BC8B770}" srcOrd="0" destOrd="0" presId="urn:microsoft.com/office/officeart/2005/8/layout/default"/>
    <dgm:cxn modelId="{91C6B006-9EDA-41F1-B37A-36AC98A45ADD}" type="presOf" srcId="{476D9E7A-87C8-4435-B79B-9A235D680395}" destId="{6B3E79C7-0191-4D0B-B061-C3D58E13178C}" srcOrd="0" destOrd="0" presId="urn:microsoft.com/office/officeart/2005/8/layout/default"/>
    <dgm:cxn modelId="{0FD5FA1C-552A-4707-A42D-4969273821C0}" type="presOf" srcId="{7BAAB38A-F302-4952-ABDC-94248CD4623A}" destId="{437827C6-C9B4-4AB2-9484-EF9F54A58EDC}" srcOrd="0" destOrd="0" presId="urn:microsoft.com/office/officeart/2005/8/layout/default"/>
    <dgm:cxn modelId="{71127720-D6AF-4345-94D3-3782FA380769}" type="presOf" srcId="{005DD18D-413B-4FAB-B47C-5C84EAB16828}" destId="{11B863DF-E39E-473E-AC9A-52F9BCEC22B3}" srcOrd="0" destOrd="0" presId="urn:microsoft.com/office/officeart/2005/8/layout/default"/>
    <dgm:cxn modelId="{B415DC5C-CD2C-4E6B-9EB9-C2C076C8F7E6}" srcId="{005DD18D-413B-4FAB-B47C-5C84EAB16828}" destId="{148D6960-27CA-415D-89A9-F9E89F1A6BA6}" srcOrd="1" destOrd="0" parTransId="{B172816D-C555-47B6-B8CE-B4D7CBFD0417}" sibTransId="{98CFFBC1-92C6-423E-818B-DA2FD7C0535E}"/>
    <dgm:cxn modelId="{DDAB6C44-BA8F-4DEA-B33E-0D7D113611D3}" type="presOf" srcId="{64CCFA97-9F02-43A8-817B-AD7D3D16D85D}" destId="{8F7B4790-7BCE-4B7F-A686-CF39B33B8E35}" srcOrd="0" destOrd="0" presId="urn:microsoft.com/office/officeart/2005/8/layout/default"/>
    <dgm:cxn modelId="{A503E546-FDDA-42F5-BAE3-5AB5FB365530}" srcId="{005DD18D-413B-4FAB-B47C-5C84EAB16828}" destId="{476D9E7A-87C8-4435-B79B-9A235D680395}" srcOrd="3" destOrd="0" parTransId="{A0871B19-4BBB-43D6-ABC6-3CE862369FA9}" sibTransId="{5149F4D8-F498-46C5-8FAE-498F4C019D79}"/>
    <dgm:cxn modelId="{5C450683-B96F-4911-B303-21D7C5C05998}" srcId="{005DD18D-413B-4FAB-B47C-5C84EAB16828}" destId="{7BAAB38A-F302-4952-ABDC-94248CD4623A}" srcOrd="2" destOrd="0" parTransId="{E179513E-9E31-4721-B17F-C8C4504E714E}" sibTransId="{E8D927BC-24DC-4055-99FB-349FF1568FFB}"/>
    <dgm:cxn modelId="{DB9274CC-528F-4F34-9B22-745F6F234E7C}" srcId="{005DD18D-413B-4FAB-B47C-5C84EAB16828}" destId="{64CCFA97-9F02-43A8-817B-AD7D3D16D85D}" srcOrd="4" destOrd="0" parTransId="{6760F6AB-720D-4B51-B1C7-736860759963}" sibTransId="{6087FAD4-09C8-40E9-B510-285D48E1E4FC}"/>
    <dgm:cxn modelId="{34D917FE-04E6-48FD-AA1B-2CF944FC2D57}" srcId="{005DD18D-413B-4FAB-B47C-5C84EAB16828}" destId="{87862A58-1EBA-4548-90B1-7104573CBC4F}" srcOrd="0" destOrd="0" parTransId="{26578FCD-051E-468C-9FD5-A8B0A9423F5B}" sibTransId="{B2AEC826-2261-456C-9511-EA3622C06A3D}"/>
    <dgm:cxn modelId="{746D032F-2E22-462D-9D8B-41CD6FEFB4D8}" type="presParOf" srcId="{11B863DF-E39E-473E-AC9A-52F9BCEC22B3}" destId="{034AE9C3-0FB6-46C1-9AE3-CCD1FA2B3FB9}" srcOrd="0" destOrd="0" presId="urn:microsoft.com/office/officeart/2005/8/layout/default"/>
    <dgm:cxn modelId="{696D2F45-804F-43ED-8AAD-E15A0BC8D78B}" type="presParOf" srcId="{11B863DF-E39E-473E-AC9A-52F9BCEC22B3}" destId="{3B2DAF6D-4DFC-4057-AFAE-CC54534FCD73}" srcOrd="1" destOrd="0" presId="urn:microsoft.com/office/officeart/2005/8/layout/default"/>
    <dgm:cxn modelId="{FB477345-6405-45A3-8049-A5EA81CD385B}" type="presParOf" srcId="{11B863DF-E39E-473E-AC9A-52F9BCEC22B3}" destId="{6030006C-DB2E-4B8E-A782-29DD6BC8B770}" srcOrd="2" destOrd="0" presId="urn:microsoft.com/office/officeart/2005/8/layout/default"/>
    <dgm:cxn modelId="{81497153-35C9-41AE-A1A1-5BC9A3CEAE57}" type="presParOf" srcId="{11B863DF-E39E-473E-AC9A-52F9BCEC22B3}" destId="{69190C6C-37B9-4693-8168-A20AEB36188C}" srcOrd="3" destOrd="0" presId="urn:microsoft.com/office/officeart/2005/8/layout/default"/>
    <dgm:cxn modelId="{AB6C6AEC-E665-4715-97B6-CEAC7A242FC4}" type="presParOf" srcId="{11B863DF-E39E-473E-AC9A-52F9BCEC22B3}" destId="{437827C6-C9B4-4AB2-9484-EF9F54A58EDC}" srcOrd="4" destOrd="0" presId="urn:microsoft.com/office/officeart/2005/8/layout/default"/>
    <dgm:cxn modelId="{41867E45-5F09-49A6-8864-EF832D8D71F5}" type="presParOf" srcId="{11B863DF-E39E-473E-AC9A-52F9BCEC22B3}" destId="{4630211B-EEFB-4A3C-AD1A-2886CBD9B628}" srcOrd="5" destOrd="0" presId="urn:microsoft.com/office/officeart/2005/8/layout/default"/>
    <dgm:cxn modelId="{DC6785E1-25C6-42AB-BB36-0252EC169E43}" type="presParOf" srcId="{11B863DF-E39E-473E-AC9A-52F9BCEC22B3}" destId="{6B3E79C7-0191-4D0B-B061-C3D58E13178C}" srcOrd="6" destOrd="0" presId="urn:microsoft.com/office/officeart/2005/8/layout/default"/>
    <dgm:cxn modelId="{3E893F92-2D79-46B6-AE27-9AC4CE346386}" type="presParOf" srcId="{11B863DF-E39E-473E-AC9A-52F9BCEC22B3}" destId="{F75A6180-FAFC-4796-9510-7BA0A70F419C}" srcOrd="7" destOrd="0" presId="urn:microsoft.com/office/officeart/2005/8/layout/default"/>
    <dgm:cxn modelId="{01C19B2A-0CCA-4882-B381-BC61379C3D03}" type="presParOf" srcId="{11B863DF-E39E-473E-AC9A-52F9BCEC22B3}" destId="{8F7B4790-7BCE-4B7F-A686-CF39B33B8E35}" srcOrd="8" destOrd="0" presId="urn:microsoft.com/office/officeart/2005/8/layout/defaul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8280C7B-14D9-42DA-9316-C0197EB4D9BC}" type="doc">
      <dgm:prSet loTypeId="urn:microsoft.com/office/officeart/2008/layout/RadialCluster" loCatId="cycle" qsTypeId="urn:microsoft.com/office/officeart/2005/8/quickstyle/simple1" qsCatId="simple" csTypeId="urn:microsoft.com/office/officeart/2005/8/colors/accent2_2" csCatId="accent2" phldr="1"/>
      <dgm:spPr/>
      <dgm:t>
        <a:bodyPr/>
        <a:lstStyle/>
        <a:p>
          <a:endParaRPr lang="en-US"/>
        </a:p>
      </dgm:t>
    </dgm:pt>
    <dgm:pt modelId="{009DDF29-EF7E-4B10-8151-659434C32395}">
      <dgm:prSet phldrT="[Text]"/>
      <dgm:spPr/>
      <dgm:t>
        <a:bodyPr/>
        <a:lstStyle/>
        <a:p>
          <a:r>
            <a:rPr lang="en-US" u="none" dirty="0"/>
            <a:t>SECURITY AND PRIVACY</a:t>
          </a:r>
        </a:p>
      </dgm:t>
    </dgm:pt>
    <dgm:pt modelId="{50BC6315-4301-44D1-B043-A460205DB1B2}" type="parTrans" cxnId="{03603075-BE9F-4551-B4D5-1815985E6E99}">
      <dgm:prSet/>
      <dgm:spPr/>
      <dgm:t>
        <a:bodyPr/>
        <a:lstStyle/>
        <a:p>
          <a:endParaRPr lang="en-US" u="sng">
            <a:solidFill>
              <a:schemeClr val="bg1"/>
            </a:solidFill>
          </a:endParaRPr>
        </a:p>
      </dgm:t>
    </dgm:pt>
    <dgm:pt modelId="{E5A5223A-41A1-40B1-A8B2-CC5CED61B9B5}" type="sibTrans" cxnId="{03603075-BE9F-4551-B4D5-1815985E6E99}">
      <dgm:prSet/>
      <dgm:spPr/>
      <dgm:t>
        <a:bodyPr/>
        <a:lstStyle/>
        <a:p>
          <a:endParaRPr lang="en-US" u="sng">
            <a:solidFill>
              <a:schemeClr val="bg1"/>
            </a:solidFill>
          </a:endParaRPr>
        </a:p>
      </dgm:t>
    </dgm:pt>
    <dgm:pt modelId="{BB5CE9E1-2B25-44AF-B7BA-9E135E897274}">
      <dgm:prSet/>
      <dgm:spPr/>
      <dgm:t>
        <a:bodyPr/>
        <a:lstStyle/>
        <a:p>
          <a:r>
            <a:rPr lang="en-US" u="none" dirty="0">
              <a:hlinkClick xmlns:r="http://schemas.openxmlformats.org/officeDocument/2006/relationships" r:id="rId1" tooltip="Data loss prevention software">
                <a:extLst>
                  <a:ext uri="{A12FA001-AC4F-418D-AE19-62706E023703}">
                    <ahyp:hlinkClr xmlns:ahyp="http://schemas.microsoft.com/office/drawing/2018/hyperlinkcolor" val="tx"/>
                  </a:ext>
                </a:extLst>
              </a:hlinkClick>
            </a:rPr>
            <a:t>Data loss prevention software</a:t>
          </a:r>
          <a:endParaRPr lang="en-US" u="none" dirty="0"/>
        </a:p>
      </dgm:t>
    </dgm:pt>
    <dgm:pt modelId="{EC301A3E-F5E2-4992-8547-A5A21138F1B3}" type="parTrans" cxnId="{24ED916C-DAF8-4EB4-A0C5-5A10B2E4E8C8}">
      <dgm:prSet/>
      <dgm:spPr/>
      <dgm:t>
        <a:bodyPr/>
        <a:lstStyle/>
        <a:p>
          <a:endParaRPr lang="en-US" u="sng">
            <a:solidFill>
              <a:schemeClr val="bg1"/>
            </a:solidFill>
          </a:endParaRPr>
        </a:p>
      </dgm:t>
    </dgm:pt>
    <dgm:pt modelId="{F7C70A70-8824-432A-9655-2EB4F38649CB}" type="sibTrans" cxnId="{24ED916C-DAF8-4EB4-A0C5-5A10B2E4E8C8}">
      <dgm:prSet/>
      <dgm:spPr/>
      <dgm:t>
        <a:bodyPr/>
        <a:lstStyle/>
        <a:p>
          <a:endParaRPr lang="en-US" u="sng">
            <a:solidFill>
              <a:schemeClr val="bg1"/>
            </a:solidFill>
          </a:endParaRPr>
        </a:p>
      </dgm:t>
    </dgm:pt>
    <dgm:pt modelId="{C0B5410C-AF2B-4D9A-BAE9-C4DCB5968989}">
      <dgm:prSet/>
      <dgm:spPr/>
      <dgm:t>
        <a:bodyPr/>
        <a:lstStyle/>
        <a:p>
          <a:r>
            <a:rPr lang="en-US" u="none" dirty="0">
              <a:hlinkClick xmlns:r="http://schemas.openxmlformats.org/officeDocument/2006/relationships" r:id="rId2" tooltip="Access control">
                <a:extLst>
                  <a:ext uri="{A12FA001-AC4F-418D-AE19-62706E023703}">
                    <ahyp:hlinkClr xmlns:ahyp="http://schemas.microsoft.com/office/drawing/2018/hyperlinkcolor" val="tx"/>
                  </a:ext>
                </a:extLst>
              </a:hlinkClick>
            </a:rPr>
            <a:t>Access control</a:t>
          </a:r>
          <a:r>
            <a:rPr lang="en-US" u="none" dirty="0"/>
            <a:t>	</a:t>
          </a:r>
        </a:p>
      </dgm:t>
    </dgm:pt>
    <dgm:pt modelId="{22638695-64DA-443F-B3CA-D66AD423FF96}" type="parTrans" cxnId="{2EAFD76A-7528-47A9-962D-8C0E4C2D32AC}">
      <dgm:prSet/>
      <dgm:spPr/>
      <dgm:t>
        <a:bodyPr/>
        <a:lstStyle/>
        <a:p>
          <a:endParaRPr lang="en-US" u="sng">
            <a:solidFill>
              <a:schemeClr val="bg1"/>
            </a:solidFill>
          </a:endParaRPr>
        </a:p>
      </dgm:t>
    </dgm:pt>
    <dgm:pt modelId="{895CC483-A59E-4458-91B5-541D8687A348}" type="sibTrans" cxnId="{2EAFD76A-7528-47A9-962D-8C0E4C2D32AC}">
      <dgm:prSet/>
      <dgm:spPr/>
      <dgm:t>
        <a:bodyPr/>
        <a:lstStyle/>
        <a:p>
          <a:endParaRPr lang="en-US" u="sng">
            <a:solidFill>
              <a:schemeClr val="bg1"/>
            </a:solidFill>
          </a:endParaRPr>
        </a:p>
      </dgm:t>
    </dgm:pt>
    <dgm:pt modelId="{D355B22B-89F3-437B-9CFB-93F83E97DE20}">
      <dgm:prSet/>
      <dgm:spPr/>
      <dgm:t>
        <a:bodyPr/>
        <a:lstStyle/>
        <a:p>
          <a:r>
            <a:rPr lang="en-US" u="none">
              <a:hlinkClick xmlns:r="http://schemas.openxmlformats.org/officeDocument/2006/relationships" r:id="rId3" tooltip="Anti-keylogger">
                <a:extLst>
                  <a:ext uri="{A12FA001-AC4F-418D-AE19-62706E023703}">
                    <ahyp:hlinkClr xmlns:ahyp="http://schemas.microsoft.com/office/drawing/2018/hyperlinkcolor" val="tx"/>
                  </a:ext>
                </a:extLst>
              </a:hlinkClick>
            </a:rPr>
            <a:t>Anti-keyloggers</a:t>
          </a:r>
          <a:endParaRPr lang="en-US" u="none" dirty="0"/>
        </a:p>
      </dgm:t>
    </dgm:pt>
    <dgm:pt modelId="{E5C6A766-A5AA-401B-913A-8D0CEF23B7CE}" type="parTrans" cxnId="{0BA0D8C1-254A-433A-AE90-D52C497F34ED}">
      <dgm:prSet/>
      <dgm:spPr/>
      <dgm:t>
        <a:bodyPr/>
        <a:lstStyle/>
        <a:p>
          <a:endParaRPr lang="en-US" u="sng">
            <a:solidFill>
              <a:schemeClr val="bg1"/>
            </a:solidFill>
          </a:endParaRPr>
        </a:p>
      </dgm:t>
    </dgm:pt>
    <dgm:pt modelId="{F0C6E2CE-064F-4BB4-A4DA-1F54F646254D}" type="sibTrans" cxnId="{0BA0D8C1-254A-433A-AE90-D52C497F34ED}">
      <dgm:prSet/>
      <dgm:spPr/>
      <dgm:t>
        <a:bodyPr/>
        <a:lstStyle/>
        <a:p>
          <a:endParaRPr lang="en-US" u="sng">
            <a:solidFill>
              <a:schemeClr val="bg1"/>
            </a:solidFill>
          </a:endParaRPr>
        </a:p>
      </dgm:t>
    </dgm:pt>
    <dgm:pt modelId="{2674C697-48B0-4305-9FE6-C87D1AF654EA}">
      <dgm:prSet/>
      <dgm:spPr/>
      <dgm:t>
        <a:bodyPr/>
        <a:lstStyle/>
        <a:p>
          <a:r>
            <a:rPr lang="en-US" u="none">
              <a:hlinkClick xmlns:r="http://schemas.openxmlformats.org/officeDocument/2006/relationships" r:id="rId4" tooltip="Anti-theft">
                <a:extLst>
                  <a:ext uri="{A12FA001-AC4F-418D-AE19-62706E023703}">
                    <ahyp:hlinkClr xmlns:ahyp="http://schemas.microsoft.com/office/drawing/2018/hyperlinkcolor" val="tx"/>
                  </a:ext>
                </a:extLst>
              </a:hlinkClick>
            </a:rPr>
            <a:t>Anti-theft</a:t>
          </a:r>
          <a:endParaRPr lang="en-US" u="none" dirty="0"/>
        </a:p>
      </dgm:t>
    </dgm:pt>
    <dgm:pt modelId="{55CD1DDA-679A-4F61-8D2D-EA7CE255FC09}" type="parTrans" cxnId="{FE9AB2F3-0924-4C04-BC13-B36E8EB9592E}">
      <dgm:prSet/>
      <dgm:spPr/>
      <dgm:t>
        <a:bodyPr/>
        <a:lstStyle/>
        <a:p>
          <a:endParaRPr lang="en-US" u="sng">
            <a:solidFill>
              <a:schemeClr val="bg1"/>
            </a:solidFill>
          </a:endParaRPr>
        </a:p>
      </dgm:t>
    </dgm:pt>
    <dgm:pt modelId="{7C568596-0DE2-4C18-8DC6-537484614022}" type="sibTrans" cxnId="{FE9AB2F3-0924-4C04-BC13-B36E8EB9592E}">
      <dgm:prSet/>
      <dgm:spPr/>
      <dgm:t>
        <a:bodyPr/>
        <a:lstStyle/>
        <a:p>
          <a:endParaRPr lang="en-US" u="sng">
            <a:solidFill>
              <a:schemeClr val="bg1"/>
            </a:solidFill>
          </a:endParaRPr>
        </a:p>
      </dgm:t>
    </dgm:pt>
    <dgm:pt modelId="{E9CB6D6E-235F-476C-893F-CD0417C3A6A8}">
      <dgm:prSet/>
      <dgm:spPr/>
      <dgm:t>
        <a:bodyPr/>
        <a:lstStyle/>
        <a:p>
          <a:r>
            <a:rPr lang="en-US" u="none">
              <a:hlinkClick xmlns:r="http://schemas.openxmlformats.org/officeDocument/2006/relationships" r:id="rId5" tooltip="Antivirus software">
                <a:extLst>
                  <a:ext uri="{A12FA001-AC4F-418D-AE19-62706E023703}">
                    <ahyp:hlinkClr xmlns:ahyp="http://schemas.microsoft.com/office/drawing/2018/hyperlinkcolor" val="tx"/>
                  </a:ext>
                </a:extLst>
              </a:hlinkClick>
            </a:rPr>
            <a:t>Antivirus software</a:t>
          </a:r>
          <a:endParaRPr lang="en-US" u="none" dirty="0"/>
        </a:p>
      </dgm:t>
    </dgm:pt>
    <dgm:pt modelId="{0C289DF3-31B7-4C7B-A7E6-CF663801D04A}" type="parTrans" cxnId="{427E123B-84A4-4A98-903D-EA39BBA00EFD}">
      <dgm:prSet/>
      <dgm:spPr/>
      <dgm:t>
        <a:bodyPr/>
        <a:lstStyle/>
        <a:p>
          <a:endParaRPr lang="en-US" u="sng">
            <a:solidFill>
              <a:schemeClr val="bg1"/>
            </a:solidFill>
          </a:endParaRPr>
        </a:p>
      </dgm:t>
    </dgm:pt>
    <dgm:pt modelId="{669E0478-17D1-4301-B548-3CB5A45C689A}" type="sibTrans" cxnId="{427E123B-84A4-4A98-903D-EA39BBA00EFD}">
      <dgm:prSet/>
      <dgm:spPr/>
      <dgm:t>
        <a:bodyPr/>
        <a:lstStyle/>
        <a:p>
          <a:endParaRPr lang="en-US" u="sng">
            <a:solidFill>
              <a:schemeClr val="bg1"/>
            </a:solidFill>
          </a:endParaRPr>
        </a:p>
      </dgm:t>
    </dgm:pt>
    <dgm:pt modelId="{787CE8AE-BD16-4303-8837-684576AD6A23}">
      <dgm:prSet/>
      <dgm:spPr/>
      <dgm:t>
        <a:bodyPr/>
        <a:lstStyle/>
        <a:p>
          <a:r>
            <a:rPr lang="en-US" u="none">
              <a:hlinkClick xmlns:r="http://schemas.openxmlformats.org/officeDocument/2006/relationships" r:id="rId6" tooltip="Computer-aided dispatch">
                <a:extLst>
                  <a:ext uri="{A12FA001-AC4F-418D-AE19-62706E023703}">
                    <ahyp:hlinkClr xmlns:ahyp="http://schemas.microsoft.com/office/drawing/2018/hyperlinkcolor" val="tx"/>
                  </a:ext>
                </a:extLst>
              </a:hlinkClick>
            </a:rPr>
            <a:t>Computer-aided</a:t>
          </a:r>
          <a:endParaRPr lang="en-US" u="none" dirty="0"/>
        </a:p>
      </dgm:t>
    </dgm:pt>
    <dgm:pt modelId="{F6073EAF-4502-45AD-B548-AD125B3AF3B5}" type="parTrans" cxnId="{F12ACEDB-B881-4CFC-B9FE-B7454042666B}">
      <dgm:prSet/>
      <dgm:spPr/>
      <dgm:t>
        <a:bodyPr/>
        <a:lstStyle/>
        <a:p>
          <a:endParaRPr lang="en-US" u="sng">
            <a:solidFill>
              <a:schemeClr val="bg1"/>
            </a:solidFill>
          </a:endParaRPr>
        </a:p>
      </dgm:t>
    </dgm:pt>
    <dgm:pt modelId="{A5D5F195-F9F6-47B0-A5C5-09B9B732A149}" type="sibTrans" cxnId="{F12ACEDB-B881-4CFC-B9FE-B7454042666B}">
      <dgm:prSet/>
      <dgm:spPr/>
      <dgm:t>
        <a:bodyPr/>
        <a:lstStyle/>
        <a:p>
          <a:endParaRPr lang="en-US" u="sng">
            <a:solidFill>
              <a:schemeClr val="bg1"/>
            </a:solidFill>
          </a:endParaRPr>
        </a:p>
      </dgm:t>
    </dgm:pt>
    <dgm:pt modelId="{E60E75AF-55E3-4E19-B5CC-D35F95558F35}">
      <dgm:prSet/>
      <dgm:spPr/>
      <dgm:t>
        <a:bodyPr/>
        <a:lstStyle/>
        <a:p>
          <a:r>
            <a:rPr lang="en-US" u="none" dirty="0">
              <a:hlinkClick xmlns:r="http://schemas.openxmlformats.org/officeDocument/2006/relationships" r:id="rId6" tooltip="Computer-aided dispatch">
                <a:extLst>
                  <a:ext uri="{A12FA001-AC4F-418D-AE19-62706E023703}">
                    <ahyp:hlinkClr xmlns:ahyp="http://schemas.microsoft.com/office/drawing/2018/hyperlinkcolor" val="tx"/>
                  </a:ext>
                </a:extLst>
              </a:hlinkClick>
            </a:rPr>
            <a:t> dispatch</a:t>
          </a:r>
          <a:r>
            <a:rPr lang="en-US" u="none" dirty="0"/>
            <a:t> (CAD)</a:t>
          </a:r>
        </a:p>
      </dgm:t>
    </dgm:pt>
    <dgm:pt modelId="{CBE37A19-5E2A-4C5F-A5EF-8EDA8B8018AC}" type="sibTrans" cxnId="{2977DBB0-0734-43AB-8F76-906BA652C192}">
      <dgm:prSet/>
      <dgm:spPr/>
      <dgm:t>
        <a:bodyPr/>
        <a:lstStyle/>
        <a:p>
          <a:endParaRPr lang="en-US" u="sng">
            <a:solidFill>
              <a:schemeClr val="bg1"/>
            </a:solidFill>
          </a:endParaRPr>
        </a:p>
      </dgm:t>
    </dgm:pt>
    <dgm:pt modelId="{05FD4E02-9ABC-435F-8ED3-2C21E154236E}" type="parTrans" cxnId="{2977DBB0-0734-43AB-8F76-906BA652C192}">
      <dgm:prSet/>
      <dgm:spPr/>
      <dgm:t>
        <a:bodyPr/>
        <a:lstStyle/>
        <a:p>
          <a:endParaRPr lang="en-US" u="sng">
            <a:solidFill>
              <a:schemeClr val="bg1"/>
            </a:solidFill>
          </a:endParaRPr>
        </a:p>
      </dgm:t>
    </dgm:pt>
    <dgm:pt modelId="{19F6178B-923F-40DD-8317-B7BFA3731EFE}" type="pres">
      <dgm:prSet presAssocID="{58280C7B-14D9-42DA-9316-C0197EB4D9BC}" presName="Name0" presStyleCnt="0">
        <dgm:presLayoutVars>
          <dgm:chMax val="1"/>
          <dgm:chPref val="1"/>
          <dgm:dir/>
          <dgm:animOne val="branch"/>
          <dgm:animLvl val="lvl"/>
        </dgm:presLayoutVars>
      </dgm:prSet>
      <dgm:spPr/>
    </dgm:pt>
    <dgm:pt modelId="{032895BC-C024-474A-AC17-41B43257F338}" type="pres">
      <dgm:prSet presAssocID="{009DDF29-EF7E-4B10-8151-659434C32395}" presName="singleCycle" presStyleCnt="0"/>
      <dgm:spPr/>
    </dgm:pt>
    <dgm:pt modelId="{EF17FB5B-0F56-43CA-AFFE-B9038E77FDB4}" type="pres">
      <dgm:prSet presAssocID="{009DDF29-EF7E-4B10-8151-659434C32395}" presName="singleCenter" presStyleLbl="node1" presStyleIdx="0" presStyleCnt="8">
        <dgm:presLayoutVars>
          <dgm:chMax val="7"/>
          <dgm:chPref val="7"/>
        </dgm:presLayoutVars>
      </dgm:prSet>
      <dgm:spPr/>
    </dgm:pt>
    <dgm:pt modelId="{2A6D5F2F-57B5-47C7-81C6-69264BF0E12E}" type="pres">
      <dgm:prSet presAssocID="{EC301A3E-F5E2-4992-8547-A5A21138F1B3}" presName="Name56" presStyleLbl="parChTrans1D2" presStyleIdx="0" presStyleCnt="7"/>
      <dgm:spPr/>
    </dgm:pt>
    <dgm:pt modelId="{EE0103B8-DDA4-4034-8172-00B562D71D5E}" type="pres">
      <dgm:prSet presAssocID="{BB5CE9E1-2B25-44AF-B7BA-9E135E897274}" presName="text0" presStyleLbl="node1" presStyleIdx="1" presStyleCnt="8">
        <dgm:presLayoutVars>
          <dgm:bulletEnabled val="1"/>
        </dgm:presLayoutVars>
      </dgm:prSet>
      <dgm:spPr/>
    </dgm:pt>
    <dgm:pt modelId="{A336B08D-4A55-482F-996D-83ADC49FEF53}" type="pres">
      <dgm:prSet presAssocID="{22638695-64DA-443F-B3CA-D66AD423FF96}" presName="Name56" presStyleLbl="parChTrans1D2" presStyleIdx="1" presStyleCnt="7"/>
      <dgm:spPr/>
    </dgm:pt>
    <dgm:pt modelId="{ED80FFFB-52E9-4C4D-B02F-6FD7EA24E837}" type="pres">
      <dgm:prSet presAssocID="{C0B5410C-AF2B-4D9A-BAE9-C4DCB5968989}" presName="text0" presStyleLbl="node1" presStyleIdx="2" presStyleCnt="8">
        <dgm:presLayoutVars>
          <dgm:bulletEnabled val="1"/>
        </dgm:presLayoutVars>
      </dgm:prSet>
      <dgm:spPr/>
    </dgm:pt>
    <dgm:pt modelId="{1D09F89A-0BC8-4DB8-811D-9C220178FB28}" type="pres">
      <dgm:prSet presAssocID="{55CD1DDA-679A-4F61-8D2D-EA7CE255FC09}" presName="Name56" presStyleLbl="parChTrans1D2" presStyleIdx="2" presStyleCnt="7"/>
      <dgm:spPr/>
    </dgm:pt>
    <dgm:pt modelId="{970A3C73-D850-44B0-8359-2E7D4F1BB4E9}" type="pres">
      <dgm:prSet presAssocID="{2674C697-48B0-4305-9FE6-C87D1AF654EA}" presName="text0" presStyleLbl="node1" presStyleIdx="3" presStyleCnt="8">
        <dgm:presLayoutVars>
          <dgm:bulletEnabled val="1"/>
        </dgm:presLayoutVars>
      </dgm:prSet>
      <dgm:spPr/>
    </dgm:pt>
    <dgm:pt modelId="{DE1A2506-4ACE-412E-8B47-38B60FF24279}" type="pres">
      <dgm:prSet presAssocID="{E5C6A766-A5AA-401B-913A-8D0CEF23B7CE}" presName="Name56" presStyleLbl="parChTrans1D2" presStyleIdx="3" presStyleCnt="7"/>
      <dgm:spPr/>
    </dgm:pt>
    <dgm:pt modelId="{48E81C4A-14E8-4E90-9A2C-9F7EC2BC0F05}" type="pres">
      <dgm:prSet presAssocID="{D355B22B-89F3-437B-9CFB-93F83E97DE20}" presName="text0" presStyleLbl="node1" presStyleIdx="4" presStyleCnt="8">
        <dgm:presLayoutVars>
          <dgm:bulletEnabled val="1"/>
        </dgm:presLayoutVars>
      </dgm:prSet>
      <dgm:spPr/>
    </dgm:pt>
    <dgm:pt modelId="{36B409C0-E208-48AF-9454-A67A523AB484}" type="pres">
      <dgm:prSet presAssocID="{0C289DF3-31B7-4C7B-A7E6-CF663801D04A}" presName="Name56" presStyleLbl="parChTrans1D2" presStyleIdx="4" presStyleCnt="7"/>
      <dgm:spPr/>
    </dgm:pt>
    <dgm:pt modelId="{E8035773-F144-4795-98E8-8F50AFF1CBFD}" type="pres">
      <dgm:prSet presAssocID="{E9CB6D6E-235F-476C-893F-CD0417C3A6A8}" presName="text0" presStyleLbl="node1" presStyleIdx="5" presStyleCnt="8">
        <dgm:presLayoutVars>
          <dgm:bulletEnabled val="1"/>
        </dgm:presLayoutVars>
      </dgm:prSet>
      <dgm:spPr/>
    </dgm:pt>
    <dgm:pt modelId="{6BD8D21A-1BC2-44FA-80B2-4F5FDD02FADD}" type="pres">
      <dgm:prSet presAssocID="{F6073EAF-4502-45AD-B548-AD125B3AF3B5}" presName="Name56" presStyleLbl="parChTrans1D2" presStyleIdx="5" presStyleCnt="7"/>
      <dgm:spPr/>
    </dgm:pt>
    <dgm:pt modelId="{812633E3-3730-4E14-A749-09AEB40A03A0}" type="pres">
      <dgm:prSet presAssocID="{787CE8AE-BD16-4303-8837-684576AD6A23}" presName="text0" presStyleLbl="node1" presStyleIdx="6" presStyleCnt="8">
        <dgm:presLayoutVars>
          <dgm:bulletEnabled val="1"/>
        </dgm:presLayoutVars>
      </dgm:prSet>
      <dgm:spPr/>
    </dgm:pt>
    <dgm:pt modelId="{710B8318-3FB8-4748-9AAD-3291DBED6C0A}" type="pres">
      <dgm:prSet presAssocID="{05FD4E02-9ABC-435F-8ED3-2C21E154236E}" presName="Name56" presStyleLbl="parChTrans1D2" presStyleIdx="6" presStyleCnt="7"/>
      <dgm:spPr/>
    </dgm:pt>
    <dgm:pt modelId="{BD6BB917-FA5E-44E4-A782-853F04E44D3C}" type="pres">
      <dgm:prSet presAssocID="{E60E75AF-55E3-4E19-B5CC-D35F95558F35}" presName="text0" presStyleLbl="node1" presStyleIdx="7" presStyleCnt="8">
        <dgm:presLayoutVars>
          <dgm:bulletEnabled val="1"/>
        </dgm:presLayoutVars>
      </dgm:prSet>
      <dgm:spPr/>
    </dgm:pt>
  </dgm:ptLst>
  <dgm:cxnLst>
    <dgm:cxn modelId="{427E123B-84A4-4A98-903D-EA39BBA00EFD}" srcId="{009DDF29-EF7E-4B10-8151-659434C32395}" destId="{E9CB6D6E-235F-476C-893F-CD0417C3A6A8}" srcOrd="4" destOrd="0" parTransId="{0C289DF3-31B7-4C7B-A7E6-CF663801D04A}" sibTransId="{669E0478-17D1-4301-B548-3CB5A45C689A}"/>
    <dgm:cxn modelId="{CA7A965B-E685-4FC0-94A6-EFCE1FC28CB0}" type="presOf" srcId="{EC301A3E-F5E2-4992-8547-A5A21138F1B3}" destId="{2A6D5F2F-57B5-47C7-81C6-69264BF0E12E}" srcOrd="0" destOrd="0" presId="urn:microsoft.com/office/officeart/2008/layout/RadialCluster"/>
    <dgm:cxn modelId="{3F2F9D49-04E2-4DE5-B8F5-4979F8147E73}" type="presOf" srcId="{D355B22B-89F3-437B-9CFB-93F83E97DE20}" destId="{48E81C4A-14E8-4E90-9A2C-9F7EC2BC0F05}" srcOrd="0" destOrd="0" presId="urn:microsoft.com/office/officeart/2008/layout/RadialCluster"/>
    <dgm:cxn modelId="{2EAFD76A-7528-47A9-962D-8C0E4C2D32AC}" srcId="{009DDF29-EF7E-4B10-8151-659434C32395}" destId="{C0B5410C-AF2B-4D9A-BAE9-C4DCB5968989}" srcOrd="1" destOrd="0" parTransId="{22638695-64DA-443F-B3CA-D66AD423FF96}" sibTransId="{895CC483-A59E-4458-91B5-541D8687A348}"/>
    <dgm:cxn modelId="{D279954B-393A-4120-908A-065C38C52C98}" type="presOf" srcId="{E9CB6D6E-235F-476C-893F-CD0417C3A6A8}" destId="{E8035773-F144-4795-98E8-8F50AFF1CBFD}" srcOrd="0" destOrd="0" presId="urn:microsoft.com/office/officeart/2008/layout/RadialCluster"/>
    <dgm:cxn modelId="{8F82F46B-F60A-48A9-B8EA-16F8026F5F9C}" type="presOf" srcId="{58280C7B-14D9-42DA-9316-C0197EB4D9BC}" destId="{19F6178B-923F-40DD-8317-B7BFA3731EFE}" srcOrd="0" destOrd="0" presId="urn:microsoft.com/office/officeart/2008/layout/RadialCluster"/>
    <dgm:cxn modelId="{24ED916C-DAF8-4EB4-A0C5-5A10B2E4E8C8}" srcId="{009DDF29-EF7E-4B10-8151-659434C32395}" destId="{BB5CE9E1-2B25-44AF-B7BA-9E135E897274}" srcOrd="0" destOrd="0" parTransId="{EC301A3E-F5E2-4992-8547-A5A21138F1B3}" sibTransId="{F7C70A70-8824-432A-9655-2EB4F38649CB}"/>
    <dgm:cxn modelId="{09415B6E-E8EC-4DDA-8A66-F930786CE632}" type="presOf" srcId="{F6073EAF-4502-45AD-B548-AD125B3AF3B5}" destId="{6BD8D21A-1BC2-44FA-80B2-4F5FDD02FADD}" srcOrd="0" destOrd="0" presId="urn:microsoft.com/office/officeart/2008/layout/RadialCluster"/>
    <dgm:cxn modelId="{03603075-BE9F-4551-B4D5-1815985E6E99}" srcId="{58280C7B-14D9-42DA-9316-C0197EB4D9BC}" destId="{009DDF29-EF7E-4B10-8151-659434C32395}" srcOrd="0" destOrd="0" parTransId="{50BC6315-4301-44D1-B043-A460205DB1B2}" sibTransId="{E5A5223A-41A1-40B1-A8B2-CC5CED61B9B5}"/>
    <dgm:cxn modelId="{78F6A97A-AB5B-4D1E-A4DC-00DA1A7A5E4C}" type="presOf" srcId="{BB5CE9E1-2B25-44AF-B7BA-9E135E897274}" destId="{EE0103B8-DDA4-4034-8172-00B562D71D5E}" srcOrd="0" destOrd="0" presId="urn:microsoft.com/office/officeart/2008/layout/RadialCluster"/>
    <dgm:cxn modelId="{15BB9988-AAAC-498B-9ABF-A67D0176BEB8}" type="presOf" srcId="{009DDF29-EF7E-4B10-8151-659434C32395}" destId="{EF17FB5B-0F56-43CA-AFFE-B9038E77FDB4}" srcOrd="0" destOrd="0" presId="urn:microsoft.com/office/officeart/2008/layout/RadialCluster"/>
    <dgm:cxn modelId="{A276A79D-CB0A-4F52-B542-9979571B3BC3}" type="presOf" srcId="{E5C6A766-A5AA-401B-913A-8D0CEF23B7CE}" destId="{DE1A2506-4ACE-412E-8B47-38B60FF24279}" srcOrd="0" destOrd="0" presId="urn:microsoft.com/office/officeart/2008/layout/RadialCluster"/>
    <dgm:cxn modelId="{500AD7A8-6B45-4135-B22A-C36859F74640}" type="presOf" srcId="{05FD4E02-9ABC-435F-8ED3-2C21E154236E}" destId="{710B8318-3FB8-4748-9AAD-3291DBED6C0A}" srcOrd="0" destOrd="0" presId="urn:microsoft.com/office/officeart/2008/layout/RadialCluster"/>
    <dgm:cxn modelId="{CE86F1A9-909E-47F7-8FB8-E1EDA8684EEB}" type="presOf" srcId="{0C289DF3-31B7-4C7B-A7E6-CF663801D04A}" destId="{36B409C0-E208-48AF-9454-A67A523AB484}" srcOrd="0" destOrd="0" presId="urn:microsoft.com/office/officeart/2008/layout/RadialCluster"/>
    <dgm:cxn modelId="{2977DBB0-0734-43AB-8F76-906BA652C192}" srcId="{009DDF29-EF7E-4B10-8151-659434C32395}" destId="{E60E75AF-55E3-4E19-B5CC-D35F95558F35}" srcOrd="6" destOrd="0" parTransId="{05FD4E02-9ABC-435F-8ED3-2C21E154236E}" sibTransId="{CBE37A19-5E2A-4C5F-A5EF-8EDA8B8018AC}"/>
    <dgm:cxn modelId="{4C6A82B1-7256-4591-864C-0D6D94EE8AAD}" type="presOf" srcId="{C0B5410C-AF2B-4D9A-BAE9-C4DCB5968989}" destId="{ED80FFFB-52E9-4C4D-B02F-6FD7EA24E837}" srcOrd="0" destOrd="0" presId="urn:microsoft.com/office/officeart/2008/layout/RadialCluster"/>
    <dgm:cxn modelId="{5DBC95B8-8B5E-4B0E-8C98-9859D90A485B}" type="presOf" srcId="{55CD1DDA-679A-4F61-8D2D-EA7CE255FC09}" destId="{1D09F89A-0BC8-4DB8-811D-9C220178FB28}" srcOrd="0" destOrd="0" presId="urn:microsoft.com/office/officeart/2008/layout/RadialCluster"/>
    <dgm:cxn modelId="{1BB50CC1-0995-4383-9F97-0F31BCF2765A}" type="presOf" srcId="{E60E75AF-55E3-4E19-B5CC-D35F95558F35}" destId="{BD6BB917-FA5E-44E4-A782-853F04E44D3C}" srcOrd="0" destOrd="0" presId="urn:microsoft.com/office/officeart/2008/layout/RadialCluster"/>
    <dgm:cxn modelId="{0BA0D8C1-254A-433A-AE90-D52C497F34ED}" srcId="{009DDF29-EF7E-4B10-8151-659434C32395}" destId="{D355B22B-89F3-437B-9CFB-93F83E97DE20}" srcOrd="3" destOrd="0" parTransId="{E5C6A766-A5AA-401B-913A-8D0CEF23B7CE}" sibTransId="{F0C6E2CE-064F-4BB4-A4DA-1F54F646254D}"/>
    <dgm:cxn modelId="{1624FFC9-944B-4F0E-A8C0-8A99B0D36407}" type="presOf" srcId="{22638695-64DA-443F-B3CA-D66AD423FF96}" destId="{A336B08D-4A55-482F-996D-83ADC49FEF53}" srcOrd="0" destOrd="0" presId="urn:microsoft.com/office/officeart/2008/layout/RadialCluster"/>
    <dgm:cxn modelId="{E19F43CD-2C0F-439C-80F7-F65B9EDCFB7D}" type="presOf" srcId="{2674C697-48B0-4305-9FE6-C87D1AF654EA}" destId="{970A3C73-D850-44B0-8359-2E7D4F1BB4E9}" srcOrd="0" destOrd="0" presId="urn:microsoft.com/office/officeart/2008/layout/RadialCluster"/>
    <dgm:cxn modelId="{F12ACEDB-B881-4CFC-B9FE-B7454042666B}" srcId="{009DDF29-EF7E-4B10-8151-659434C32395}" destId="{787CE8AE-BD16-4303-8837-684576AD6A23}" srcOrd="5" destOrd="0" parTransId="{F6073EAF-4502-45AD-B548-AD125B3AF3B5}" sibTransId="{A5D5F195-F9F6-47B0-A5C5-09B9B732A149}"/>
    <dgm:cxn modelId="{A52D23E5-9010-487E-AE35-580626C52D2B}" type="presOf" srcId="{787CE8AE-BD16-4303-8837-684576AD6A23}" destId="{812633E3-3730-4E14-A749-09AEB40A03A0}" srcOrd="0" destOrd="0" presId="urn:microsoft.com/office/officeart/2008/layout/RadialCluster"/>
    <dgm:cxn modelId="{FE9AB2F3-0924-4C04-BC13-B36E8EB9592E}" srcId="{009DDF29-EF7E-4B10-8151-659434C32395}" destId="{2674C697-48B0-4305-9FE6-C87D1AF654EA}" srcOrd="2" destOrd="0" parTransId="{55CD1DDA-679A-4F61-8D2D-EA7CE255FC09}" sibTransId="{7C568596-0DE2-4C18-8DC6-537484614022}"/>
    <dgm:cxn modelId="{91D20060-E5BC-4EB1-B498-2BD44D386E8D}" type="presParOf" srcId="{19F6178B-923F-40DD-8317-B7BFA3731EFE}" destId="{032895BC-C024-474A-AC17-41B43257F338}" srcOrd="0" destOrd="0" presId="urn:microsoft.com/office/officeart/2008/layout/RadialCluster"/>
    <dgm:cxn modelId="{9EC7441F-4DDC-4A1E-A28B-16B07DCF0BBF}" type="presParOf" srcId="{032895BC-C024-474A-AC17-41B43257F338}" destId="{EF17FB5B-0F56-43CA-AFFE-B9038E77FDB4}" srcOrd="0" destOrd="0" presId="urn:microsoft.com/office/officeart/2008/layout/RadialCluster"/>
    <dgm:cxn modelId="{37DF7503-7EDE-4D04-80FA-620F9EEFEE9B}" type="presParOf" srcId="{032895BC-C024-474A-AC17-41B43257F338}" destId="{2A6D5F2F-57B5-47C7-81C6-69264BF0E12E}" srcOrd="1" destOrd="0" presId="urn:microsoft.com/office/officeart/2008/layout/RadialCluster"/>
    <dgm:cxn modelId="{95329456-6E77-4010-89D8-F131907D7A62}" type="presParOf" srcId="{032895BC-C024-474A-AC17-41B43257F338}" destId="{EE0103B8-DDA4-4034-8172-00B562D71D5E}" srcOrd="2" destOrd="0" presId="urn:microsoft.com/office/officeart/2008/layout/RadialCluster"/>
    <dgm:cxn modelId="{0BE3CD95-7966-4612-86EA-E849044EA06B}" type="presParOf" srcId="{032895BC-C024-474A-AC17-41B43257F338}" destId="{A336B08D-4A55-482F-996D-83ADC49FEF53}" srcOrd="3" destOrd="0" presId="urn:microsoft.com/office/officeart/2008/layout/RadialCluster"/>
    <dgm:cxn modelId="{415A4915-615F-4D5A-A523-C2ECCCC3F094}" type="presParOf" srcId="{032895BC-C024-474A-AC17-41B43257F338}" destId="{ED80FFFB-52E9-4C4D-B02F-6FD7EA24E837}" srcOrd="4" destOrd="0" presId="urn:microsoft.com/office/officeart/2008/layout/RadialCluster"/>
    <dgm:cxn modelId="{A5C5EA72-4059-4B37-85B4-3D88730109DA}" type="presParOf" srcId="{032895BC-C024-474A-AC17-41B43257F338}" destId="{1D09F89A-0BC8-4DB8-811D-9C220178FB28}" srcOrd="5" destOrd="0" presId="urn:microsoft.com/office/officeart/2008/layout/RadialCluster"/>
    <dgm:cxn modelId="{98DF7E8F-DDEA-4AD3-887C-D6B2EA97F8C6}" type="presParOf" srcId="{032895BC-C024-474A-AC17-41B43257F338}" destId="{970A3C73-D850-44B0-8359-2E7D4F1BB4E9}" srcOrd="6" destOrd="0" presId="urn:microsoft.com/office/officeart/2008/layout/RadialCluster"/>
    <dgm:cxn modelId="{07067C39-BDC1-435D-82D4-0A1C89852690}" type="presParOf" srcId="{032895BC-C024-474A-AC17-41B43257F338}" destId="{DE1A2506-4ACE-412E-8B47-38B60FF24279}" srcOrd="7" destOrd="0" presId="urn:microsoft.com/office/officeart/2008/layout/RadialCluster"/>
    <dgm:cxn modelId="{27E94962-6E28-4BDE-84D5-FD08B60AF13C}" type="presParOf" srcId="{032895BC-C024-474A-AC17-41B43257F338}" destId="{48E81C4A-14E8-4E90-9A2C-9F7EC2BC0F05}" srcOrd="8" destOrd="0" presId="urn:microsoft.com/office/officeart/2008/layout/RadialCluster"/>
    <dgm:cxn modelId="{963AEFD7-03C8-4F42-80FF-DD955EBC4C16}" type="presParOf" srcId="{032895BC-C024-474A-AC17-41B43257F338}" destId="{36B409C0-E208-48AF-9454-A67A523AB484}" srcOrd="9" destOrd="0" presId="urn:microsoft.com/office/officeart/2008/layout/RadialCluster"/>
    <dgm:cxn modelId="{BB81C30A-D2AE-43A5-B566-295376B4FCBB}" type="presParOf" srcId="{032895BC-C024-474A-AC17-41B43257F338}" destId="{E8035773-F144-4795-98E8-8F50AFF1CBFD}" srcOrd="10" destOrd="0" presId="urn:microsoft.com/office/officeart/2008/layout/RadialCluster"/>
    <dgm:cxn modelId="{CE0B9666-2C29-4E19-9173-96D9AB9859FA}" type="presParOf" srcId="{032895BC-C024-474A-AC17-41B43257F338}" destId="{6BD8D21A-1BC2-44FA-80B2-4F5FDD02FADD}" srcOrd="11" destOrd="0" presId="urn:microsoft.com/office/officeart/2008/layout/RadialCluster"/>
    <dgm:cxn modelId="{4BD8ABF1-6252-4B86-A034-E899D1CBB96A}" type="presParOf" srcId="{032895BC-C024-474A-AC17-41B43257F338}" destId="{812633E3-3730-4E14-A749-09AEB40A03A0}" srcOrd="12" destOrd="0" presId="urn:microsoft.com/office/officeart/2008/layout/RadialCluster"/>
    <dgm:cxn modelId="{227318E9-35A2-4B92-BD11-34D1F102707C}" type="presParOf" srcId="{032895BC-C024-474A-AC17-41B43257F338}" destId="{710B8318-3FB8-4748-9AAD-3291DBED6C0A}" srcOrd="13" destOrd="0" presId="urn:microsoft.com/office/officeart/2008/layout/RadialCluster"/>
    <dgm:cxn modelId="{4678F0D1-34C0-4D38-A553-C5A16A384886}" type="presParOf" srcId="{032895BC-C024-474A-AC17-41B43257F338}" destId="{BD6BB917-FA5E-44E4-A782-853F04E44D3C}" srcOrd="14" destOrd="0" presId="urn:microsoft.com/office/officeart/2008/layout/RadialCluster"/>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1DCBF4-BFFC-4C11-B87B-7739058BCA5B}">
      <dsp:nvSpPr>
        <dsp:cNvPr id="0" name=""/>
        <dsp:cNvSpPr/>
      </dsp:nvSpPr>
      <dsp:spPr>
        <a:xfrm>
          <a:off x="3955773" y="1470892"/>
          <a:ext cx="3392520" cy="235513"/>
        </a:xfrm>
        <a:custGeom>
          <a:avLst/>
          <a:gdLst/>
          <a:ahLst/>
          <a:cxnLst/>
          <a:rect l="0" t="0" r="0" b="0"/>
          <a:pathLst>
            <a:path>
              <a:moveTo>
                <a:pt x="0" y="0"/>
              </a:moveTo>
              <a:lnTo>
                <a:pt x="0" y="117756"/>
              </a:lnTo>
              <a:lnTo>
                <a:pt x="3392520" y="117756"/>
              </a:lnTo>
              <a:lnTo>
                <a:pt x="3392520" y="235513"/>
              </a:lnTo>
            </a:path>
          </a:pathLst>
        </a:custGeom>
        <a:noFill/>
        <a:ln w="19050" cap="rnd"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D37AE29-A1F0-4342-B167-C2BD41852CEA}">
      <dsp:nvSpPr>
        <dsp:cNvPr id="0" name=""/>
        <dsp:cNvSpPr/>
      </dsp:nvSpPr>
      <dsp:spPr>
        <a:xfrm>
          <a:off x="3955773" y="1470892"/>
          <a:ext cx="2035512" cy="235513"/>
        </a:xfrm>
        <a:custGeom>
          <a:avLst/>
          <a:gdLst/>
          <a:ahLst/>
          <a:cxnLst/>
          <a:rect l="0" t="0" r="0" b="0"/>
          <a:pathLst>
            <a:path>
              <a:moveTo>
                <a:pt x="0" y="0"/>
              </a:moveTo>
              <a:lnTo>
                <a:pt x="0" y="117756"/>
              </a:lnTo>
              <a:lnTo>
                <a:pt x="2035512" y="117756"/>
              </a:lnTo>
              <a:lnTo>
                <a:pt x="2035512" y="235513"/>
              </a:lnTo>
            </a:path>
          </a:pathLst>
        </a:custGeom>
        <a:noFill/>
        <a:ln w="19050" cap="rnd"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5DBF985-6A4E-4475-9DC1-F3454C8819A5}">
      <dsp:nvSpPr>
        <dsp:cNvPr id="0" name=""/>
        <dsp:cNvSpPr/>
      </dsp:nvSpPr>
      <dsp:spPr>
        <a:xfrm>
          <a:off x="3955773" y="1470892"/>
          <a:ext cx="678504" cy="235513"/>
        </a:xfrm>
        <a:custGeom>
          <a:avLst/>
          <a:gdLst/>
          <a:ahLst/>
          <a:cxnLst/>
          <a:rect l="0" t="0" r="0" b="0"/>
          <a:pathLst>
            <a:path>
              <a:moveTo>
                <a:pt x="0" y="0"/>
              </a:moveTo>
              <a:lnTo>
                <a:pt x="0" y="117756"/>
              </a:lnTo>
              <a:lnTo>
                <a:pt x="678504" y="117756"/>
              </a:lnTo>
              <a:lnTo>
                <a:pt x="678504" y="235513"/>
              </a:lnTo>
            </a:path>
          </a:pathLst>
        </a:custGeom>
        <a:noFill/>
        <a:ln w="19050" cap="rnd"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1DC32E4-F969-48B5-9D22-5B39FEA7D28E}">
      <dsp:nvSpPr>
        <dsp:cNvPr id="0" name=""/>
        <dsp:cNvSpPr/>
      </dsp:nvSpPr>
      <dsp:spPr>
        <a:xfrm>
          <a:off x="3277268" y="1470892"/>
          <a:ext cx="678504" cy="235513"/>
        </a:xfrm>
        <a:custGeom>
          <a:avLst/>
          <a:gdLst/>
          <a:ahLst/>
          <a:cxnLst/>
          <a:rect l="0" t="0" r="0" b="0"/>
          <a:pathLst>
            <a:path>
              <a:moveTo>
                <a:pt x="678504" y="0"/>
              </a:moveTo>
              <a:lnTo>
                <a:pt x="678504" y="117756"/>
              </a:lnTo>
              <a:lnTo>
                <a:pt x="0" y="117756"/>
              </a:lnTo>
              <a:lnTo>
                <a:pt x="0" y="235513"/>
              </a:lnTo>
            </a:path>
          </a:pathLst>
        </a:custGeom>
        <a:noFill/>
        <a:ln w="19050" cap="rnd"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E19F124-79C5-4DD7-B840-770B380A541D}">
      <dsp:nvSpPr>
        <dsp:cNvPr id="0" name=""/>
        <dsp:cNvSpPr/>
      </dsp:nvSpPr>
      <dsp:spPr>
        <a:xfrm>
          <a:off x="1920260" y="1470892"/>
          <a:ext cx="2035512" cy="235513"/>
        </a:xfrm>
        <a:custGeom>
          <a:avLst/>
          <a:gdLst/>
          <a:ahLst/>
          <a:cxnLst/>
          <a:rect l="0" t="0" r="0" b="0"/>
          <a:pathLst>
            <a:path>
              <a:moveTo>
                <a:pt x="2035512" y="0"/>
              </a:moveTo>
              <a:lnTo>
                <a:pt x="2035512" y="117756"/>
              </a:lnTo>
              <a:lnTo>
                <a:pt x="0" y="117756"/>
              </a:lnTo>
              <a:lnTo>
                <a:pt x="0" y="235513"/>
              </a:lnTo>
            </a:path>
          </a:pathLst>
        </a:custGeom>
        <a:noFill/>
        <a:ln w="19050" cap="rnd"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CCE8115-F5BE-46FA-AE97-AF3AC162BB28}">
      <dsp:nvSpPr>
        <dsp:cNvPr id="0" name=""/>
        <dsp:cNvSpPr/>
      </dsp:nvSpPr>
      <dsp:spPr>
        <a:xfrm>
          <a:off x="563252" y="1470892"/>
          <a:ext cx="3392520" cy="235513"/>
        </a:xfrm>
        <a:custGeom>
          <a:avLst/>
          <a:gdLst/>
          <a:ahLst/>
          <a:cxnLst/>
          <a:rect l="0" t="0" r="0" b="0"/>
          <a:pathLst>
            <a:path>
              <a:moveTo>
                <a:pt x="3392520" y="0"/>
              </a:moveTo>
              <a:lnTo>
                <a:pt x="3392520" y="117756"/>
              </a:lnTo>
              <a:lnTo>
                <a:pt x="0" y="117756"/>
              </a:lnTo>
              <a:lnTo>
                <a:pt x="0" y="235513"/>
              </a:lnTo>
            </a:path>
          </a:pathLst>
        </a:custGeom>
        <a:noFill/>
        <a:ln w="19050" cap="rnd"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EFDEB6B-6880-4BF4-ACD4-5D9EC138C9BD}">
      <dsp:nvSpPr>
        <dsp:cNvPr id="0" name=""/>
        <dsp:cNvSpPr/>
      </dsp:nvSpPr>
      <dsp:spPr>
        <a:xfrm>
          <a:off x="3395025" y="910144"/>
          <a:ext cx="1121494" cy="560747"/>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t>Main Importance</a:t>
          </a:r>
        </a:p>
      </dsp:txBody>
      <dsp:txXfrm>
        <a:off x="3395025" y="910144"/>
        <a:ext cx="1121494" cy="560747"/>
      </dsp:txXfrm>
    </dsp:sp>
    <dsp:sp modelId="{2F3DB0C7-5ACF-4EDB-BAF7-306BD58CC82E}">
      <dsp:nvSpPr>
        <dsp:cNvPr id="0" name=""/>
        <dsp:cNvSpPr/>
      </dsp:nvSpPr>
      <dsp:spPr>
        <a:xfrm>
          <a:off x="2504" y="1706405"/>
          <a:ext cx="1121494" cy="560747"/>
        </a:xfrm>
        <a:prstGeom prst="rect">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a:t>Financial Losses </a:t>
          </a:r>
          <a:endParaRPr lang="en-US" sz="1300" kern="1200" dirty="0"/>
        </a:p>
      </dsp:txBody>
      <dsp:txXfrm>
        <a:off x="2504" y="1706405"/>
        <a:ext cx="1121494" cy="560747"/>
      </dsp:txXfrm>
    </dsp:sp>
    <dsp:sp modelId="{B7C3D112-A8EC-4297-A5B2-83E367599A58}">
      <dsp:nvSpPr>
        <dsp:cNvPr id="0" name=""/>
        <dsp:cNvSpPr/>
      </dsp:nvSpPr>
      <dsp:spPr>
        <a:xfrm>
          <a:off x="1359513" y="1706405"/>
          <a:ext cx="1121494" cy="560747"/>
        </a:xfrm>
        <a:prstGeom prst="rect">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a:t>Reputational Damage</a:t>
          </a:r>
          <a:endParaRPr lang="en-US" sz="1300" kern="1200" dirty="0"/>
        </a:p>
      </dsp:txBody>
      <dsp:txXfrm>
        <a:off x="1359513" y="1706405"/>
        <a:ext cx="1121494" cy="560747"/>
      </dsp:txXfrm>
    </dsp:sp>
    <dsp:sp modelId="{8D471D96-68AF-4D40-80A9-B15889B7A123}">
      <dsp:nvSpPr>
        <dsp:cNvPr id="0" name=""/>
        <dsp:cNvSpPr/>
      </dsp:nvSpPr>
      <dsp:spPr>
        <a:xfrm>
          <a:off x="2716521" y="1706405"/>
          <a:ext cx="1121494" cy="560747"/>
        </a:xfrm>
        <a:prstGeom prst="rect">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a:t>Data Breaches</a:t>
          </a:r>
          <a:endParaRPr lang="en-US" sz="1300" kern="1200" dirty="0"/>
        </a:p>
      </dsp:txBody>
      <dsp:txXfrm>
        <a:off x="2716521" y="1706405"/>
        <a:ext cx="1121494" cy="560747"/>
      </dsp:txXfrm>
    </dsp:sp>
    <dsp:sp modelId="{9B1DE9FC-1B9E-4731-A8BF-4F1C77645696}">
      <dsp:nvSpPr>
        <dsp:cNvPr id="0" name=""/>
        <dsp:cNvSpPr/>
      </dsp:nvSpPr>
      <dsp:spPr>
        <a:xfrm>
          <a:off x="4073529" y="1706405"/>
          <a:ext cx="1121494" cy="560747"/>
        </a:xfrm>
        <a:prstGeom prst="rect">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a:t>Malware</a:t>
          </a:r>
          <a:endParaRPr lang="en-US" sz="1300" kern="1200" dirty="0"/>
        </a:p>
      </dsp:txBody>
      <dsp:txXfrm>
        <a:off x="4073529" y="1706405"/>
        <a:ext cx="1121494" cy="560747"/>
      </dsp:txXfrm>
    </dsp:sp>
    <dsp:sp modelId="{20185B99-ED16-477A-9F84-DFC649C59FE0}">
      <dsp:nvSpPr>
        <dsp:cNvPr id="0" name=""/>
        <dsp:cNvSpPr/>
      </dsp:nvSpPr>
      <dsp:spPr>
        <a:xfrm>
          <a:off x="5430538" y="1706405"/>
          <a:ext cx="1121494" cy="560747"/>
        </a:xfrm>
        <a:prstGeom prst="rect">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a:t>Disruption of Operations</a:t>
          </a:r>
          <a:endParaRPr lang="en-US" sz="1300" kern="1200" dirty="0"/>
        </a:p>
      </dsp:txBody>
      <dsp:txXfrm>
        <a:off x="5430538" y="1706405"/>
        <a:ext cx="1121494" cy="560747"/>
      </dsp:txXfrm>
    </dsp:sp>
    <dsp:sp modelId="{91F1175B-842B-4C75-A567-E7BC40DBAB18}">
      <dsp:nvSpPr>
        <dsp:cNvPr id="0" name=""/>
        <dsp:cNvSpPr/>
      </dsp:nvSpPr>
      <dsp:spPr>
        <a:xfrm>
          <a:off x="6787546" y="1706405"/>
          <a:ext cx="1121494" cy="560747"/>
        </a:xfrm>
        <a:prstGeom prst="rect">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a:t>Reputational Damage</a:t>
          </a:r>
          <a:endParaRPr lang="en-US" sz="1300" kern="1200" dirty="0"/>
        </a:p>
      </dsp:txBody>
      <dsp:txXfrm>
        <a:off x="6787546" y="1706405"/>
        <a:ext cx="1121494" cy="56074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AE9C3-0FB6-46C1-9AE3-CCD1FA2B3FB9}">
      <dsp:nvSpPr>
        <dsp:cNvPr id="0" name=""/>
        <dsp:cNvSpPr/>
      </dsp:nvSpPr>
      <dsp:spPr>
        <a:xfrm>
          <a:off x="0" y="271468"/>
          <a:ext cx="1631551" cy="978931"/>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solidFill>
                <a:schemeClr val="bg1"/>
              </a:solidFill>
            </a:rPr>
            <a:t>Security by design</a:t>
          </a:r>
        </a:p>
      </dsp:txBody>
      <dsp:txXfrm>
        <a:off x="0" y="271468"/>
        <a:ext cx="1631551" cy="978931"/>
      </dsp:txXfrm>
    </dsp:sp>
    <dsp:sp modelId="{6030006C-DB2E-4B8E-A782-29DD6BC8B770}">
      <dsp:nvSpPr>
        <dsp:cNvPr id="0" name=""/>
        <dsp:cNvSpPr/>
      </dsp:nvSpPr>
      <dsp:spPr>
        <a:xfrm>
          <a:off x="1794707" y="271468"/>
          <a:ext cx="1631551" cy="978931"/>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solidFill>
                <a:schemeClr val="bg1"/>
              </a:solidFill>
            </a:rPr>
            <a:t>Security architecture</a:t>
          </a:r>
        </a:p>
      </dsp:txBody>
      <dsp:txXfrm>
        <a:off x="1794707" y="271468"/>
        <a:ext cx="1631551" cy="978931"/>
      </dsp:txXfrm>
    </dsp:sp>
    <dsp:sp modelId="{437827C6-C9B4-4AB2-9484-EF9F54A58EDC}">
      <dsp:nvSpPr>
        <dsp:cNvPr id="0" name=""/>
        <dsp:cNvSpPr/>
      </dsp:nvSpPr>
      <dsp:spPr>
        <a:xfrm>
          <a:off x="3589414" y="271468"/>
          <a:ext cx="1631551" cy="978931"/>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solidFill>
                <a:schemeClr val="bg1"/>
              </a:solidFill>
            </a:rPr>
            <a:t>Security measures</a:t>
          </a:r>
        </a:p>
      </dsp:txBody>
      <dsp:txXfrm>
        <a:off x="3589414" y="271468"/>
        <a:ext cx="1631551" cy="978931"/>
      </dsp:txXfrm>
    </dsp:sp>
    <dsp:sp modelId="{6B3E79C7-0191-4D0B-B061-C3D58E13178C}">
      <dsp:nvSpPr>
        <dsp:cNvPr id="0" name=""/>
        <dsp:cNvSpPr/>
      </dsp:nvSpPr>
      <dsp:spPr>
        <a:xfrm>
          <a:off x="897353" y="1413555"/>
          <a:ext cx="1631551" cy="978931"/>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solidFill>
                <a:schemeClr val="bg1"/>
              </a:solidFill>
            </a:rPr>
            <a:t>Vulnerability management</a:t>
          </a:r>
        </a:p>
      </dsp:txBody>
      <dsp:txXfrm>
        <a:off x="897353" y="1413555"/>
        <a:ext cx="1631551" cy="978931"/>
      </dsp:txXfrm>
    </dsp:sp>
    <dsp:sp modelId="{8F7B4790-7BCE-4B7F-A686-CF39B33B8E35}">
      <dsp:nvSpPr>
        <dsp:cNvPr id="0" name=""/>
        <dsp:cNvSpPr/>
      </dsp:nvSpPr>
      <dsp:spPr>
        <a:xfrm>
          <a:off x="2692060" y="1413555"/>
          <a:ext cx="1631551" cy="978931"/>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solidFill>
                <a:schemeClr val="bg1"/>
              </a:solidFill>
            </a:rPr>
            <a:t>Secure operating systems</a:t>
          </a:r>
        </a:p>
      </dsp:txBody>
      <dsp:txXfrm>
        <a:off x="2692060" y="1413555"/>
        <a:ext cx="1631551" cy="97893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17FB5B-0F56-43CA-AFFE-B9038E77FDB4}">
      <dsp:nvSpPr>
        <dsp:cNvPr id="0" name=""/>
        <dsp:cNvSpPr/>
      </dsp:nvSpPr>
      <dsp:spPr>
        <a:xfrm>
          <a:off x="2451022" y="1501566"/>
          <a:ext cx="1216549" cy="1216549"/>
        </a:xfrm>
        <a:prstGeom prst="round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800100">
            <a:lnSpc>
              <a:spcPct val="90000"/>
            </a:lnSpc>
            <a:spcBef>
              <a:spcPct val="0"/>
            </a:spcBef>
            <a:spcAft>
              <a:spcPct val="35000"/>
            </a:spcAft>
            <a:buNone/>
          </a:pPr>
          <a:r>
            <a:rPr lang="en-US" sz="1800" u="none" kern="1200" dirty="0"/>
            <a:t>SECURITY AND PRIVACY</a:t>
          </a:r>
        </a:p>
      </dsp:txBody>
      <dsp:txXfrm>
        <a:off x="2510409" y="1560953"/>
        <a:ext cx="1097775" cy="1097775"/>
      </dsp:txXfrm>
    </dsp:sp>
    <dsp:sp modelId="{2A6D5F2F-57B5-47C7-81C6-69264BF0E12E}">
      <dsp:nvSpPr>
        <dsp:cNvPr id="0" name=""/>
        <dsp:cNvSpPr/>
      </dsp:nvSpPr>
      <dsp:spPr>
        <a:xfrm rot="16200000">
          <a:off x="2736571" y="1178840"/>
          <a:ext cx="645452" cy="0"/>
        </a:xfrm>
        <a:custGeom>
          <a:avLst/>
          <a:gdLst/>
          <a:ahLst/>
          <a:cxnLst/>
          <a:rect l="0" t="0" r="0" b="0"/>
          <a:pathLst>
            <a:path>
              <a:moveTo>
                <a:pt x="0" y="0"/>
              </a:moveTo>
              <a:lnTo>
                <a:pt x="645452" y="0"/>
              </a:lnTo>
            </a:path>
          </a:pathLst>
        </a:custGeom>
        <a:noFill/>
        <a:ln w="19050" cap="rnd"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E0103B8-DDA4-4034-8172-00B562D71D5E}">
      <dsp:nvSpPr>
        <dsp:cNvPr id="0" name=""/>
        <dsp:cNvSpPr/>
      </dsp:nvSpPr>
      <dsp:spPr>
        <a:xfrm>
          <a:off x="2651753" y="41025"/>
          <a:ext cx="815088" cy="815088"/>
        </a:xfrm>
        <a:prstGeom prst="round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444500">
            <a:lnSpc>
              <a:spcPct val="90000"/>
            </a:lnSpc>
            <a:spcBef>
              <a:spcPct val="0"/>
            </a:spcBef>
            <a:spcAft>
              <a:spcPct val="35000"/>
            </a:spcAft>
            <a:buNone/>
          </a:pPr>
          <a:r>
            <a:rPr lang="en-US" sz="1000" u="none" kern="1200" dirty="0">
              <a:hlinkClick xmlns:r="http://schemas.openxmlformats.org/officeDocument/2006/relationships" r:id="rId1" tooltip="Data loss prevention software">
                <a:extLst>
                  <a:ext uri="{A12FA001-AC4F-418D-AE19-62706E023703}">
                    <ahyp:hlinkClr xmlns:ahyp="http://schemas.microsoft.com/office/drawing/2018/hyperlinkcolor" val="tx"/>
                  </a:ext>
                </a:extLst>
              </a:hlinkClick>
            </a:rPr>
            <a:t>Data loss prevention software</a:t>
          </a:r>
          <a:endParaRPr lang="en-US" sz="1000" u="none" kern="1200" dirty="0"/>
        </a:p>
      </dsp:txBody>
      <dsp:txXfrm>
        <a:off x="2691542" y="80814"/>
        <a:ext cx="735510" cy="735510"/>
      </dsp:txXfrm>
    </dsp:sp>
    <dsp:sp modelId="{A336B08D-4A55-482F-996D-83ADC49FEF53}">
      <dsp:nvSpPr>
        <dsp:cNvPr id="0" name=""/>
        <dsp:cNvSpPr/>
      </dsp:nvSpPr>
      <dsp:spPr>
        <a:xfrm rot="19285714">
          <a:off x="3628084" y="1511909"/>
          <a:ext cx="361990" cy="0"/>
        </a:xfrm>
        <a:custGeom>
          <a:avLst/>
          <a:gdLst/>
          <a:ahLst/>
          <a:cxnLst/>
          <a:rect l="0" t="0" r="0" b="0"/>
          <a:pathLst>
            <a:path>
              <a:moveTo>
                <a:pt x="0" y="0"/>
              </a:moveTo>
              <a:lnTo>
                <a:pt x="361990" y="0"/>
              </a:lnTo>
            </a:path>
          </a:pathLst>
        </a:custGeom>
        <a:noFill/>
        <a:ln w="19050" cap="rnd"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D80FFFB-52E9-4C4D-B02F-6FD7EA24E837}">
      <dsp:nvSpPr>
        <dsp:cNvPr id="0" name=""/>
        <dsp:cNvSpPr/>
      </dsp:nvSpPr>
      <dsp:spPr>
        <a:xfrm>
          <a:off x="3950587" y="666511"/>
          <a:ext cx="815088" cy="815088"/>
        </a:xfrm>
        <a:prstGeom prst="round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622300">
            <a:lnSpc>
              <a:spcPct val="90000"/>
            </a:lnSpc>
            <a:spcBef>
              <a:spcPct val="0"/>
            </a:spcBef>
            <a:spcAft>
              <a:spcPct val="35000"/>
            </a:spcAft>
            <a:buNone/>
          </a:pPr>
          <a:r>
            <a:rPr lang="en-US" sz="1400" u="none" kern="1200" dirty="0">
              <a:hlinkClick xmlns:r="http://schemas.openxmlformats.org/officeDocument/2006/relationships" r:id="rId2" tooltip="Access control">
                <a:extLst>
                  <a:ext uri="{A12FA001-AC4F-418D-AE19-62706E023703}">
                    <ahyp:hlinkClr xmlns:ahyp="http://schemas.microsoft.com/office/drawing/2018/hyperlinkcolor" val="tx"/>
                  </a:ext>
                </a:extLst>
              </a:hlinkClick>
            </a:rPr>
            <a:t>Access control</a:t>
          </a:r>
          <a:r>
            <a:rPr lang="en-US" sz="1400" u="none" kern="1200" dirty="0"/>
            <a:t>	</a:t>
          </a:r>
        </a:p>
      </dsp:txBody>
      <dsp:txXfrm>
        <a:off x="3990376" y="706300"/>
        <a:ext cx="735510" cy="735510"/>
      </dsp:txXfrm>
    </dsp:sp>
    <dsp:sp modelId="{1D09F89A-0BC8-4DB8-811D-9C220178FB28}">
      <dsp:nvSpPr>
        <dsp:cNvPr id="0" name=""/>
        <dsp:cNvSpPr/>
      </dsp:nvSpPr>
      <dsp:spPr>
        <a:xfrm rot="771429">
          <a:off x="3659808" y="2317582"/>
          <a:ext cx="619328" cy="0"/>
        </a:xfrm>
        <a:custGeom>
          <a:avLst/>
          <a:gdLst/>
          <a:ahLst/>
          <a:cxnLst/>
          <a:rect l="0" t="0" r="0" b="0"/>
          <a:pathLst>
            <a:path>
              <a:moveTo>
                <a:pt x="0" y="0"/>
              </a:moveTo>
              <a:lnTo>
                <a:pt x="619328" y="0"/>
              </a:lnTo>
            </a:path>
          </a:pathLst>
        </a:custGeom>
        <a:noFill/>
        <a:ln w="19050" cap="rnd"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70A3C73-D850-44B0-8359-2E7D4F1BB4E9}">
      <dsp:nvSpPr>
        <dsp:cNvPr id="0" name=""/>
        <dsp:cNvSpPr/>
      </dsp:nvSpPr>
      <dsp:spPr>
        <a:xfrm>
          <a:off x="4271373" y="2071964"/>
          <a:ext cx="815088" cy="815088"/>
        </a:xfrm>
        <a:prstGeom prst="round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933450">
            <a:lnSpc>
              <a:spcPct val="90000"/>
            </a:lnSpc>
            <a:spcBef>
              <a:spcPct val="0"/>
            </a:spcBef>
            <a:spcAft>
              <a:spcPct val="35000"/>
            </a:spcAft>
            <a:buNone/>
          </a:pPr>
          <a:r>
            <a:rPr lang="en-US" sz="2100" u="none" kern="1200">
              <a:hlinkClick xmlns:r="http://schemas.openxmlformats.org/officeDocument/2006/relationships" r:id="rId3" tooltip="Anti-theft">
                <a:extLst>
                  <a:ext uri="{A12FA001-AC4F-418D-AE19-62706E023703}">
                    <ahyp:hlinkClr xmlns:ahyp="http://schemas.microsoft.com/office/drawing/2018/hyperlinkcolor" val="tx"/>
                  </a:ext>
                </a:extLst>
              </a:hlinkClick>
            </a:rPr>
            <a:t>Anti-theft</a:t>
          </a:r>
          <a:endParaRPr lang="en-US" sz="2100" u="none" kern="1200" dirty="0"/>
        </a:p>
      </dsp:txBody>
      <dsp:txXfrm>
        <a:off x="4311162" y="2111753"/>
        <a:ext cx="735510" cy="735510"/>
      </dsp:txXfrm>
    </dsp:sp>
    <dsp:sp modelId="{DE1A2506-4ACE-412E-8B47-38B60FF24279}">
      <dsp:nvSpPr>
        <dsp:cNvPr id="0" name=""/>
        <dsp:cNvSpPr/>
      </dsp:nvSpPr>
      <dsp:spPr>
        <a:xfrm rot="3857143">
          <a:off x="3201131" y="2958583"/>
          <a:ext cx="533797" cy="0"/>
        </a:xfrm>
        <a:custGeom>
          <a:avLst/>
          <a:gdLst/>
          <a:ahLst/>
          <a:cxnLst/>
          <a:rect l="0" t="0" r="0" b="0"/>
          <a:pathLst>
            <a:path>
              <a:moveTo>
                <a:pt x="0" y="0"/>
              </a:moveTo>
              <a:lnTo>
                <a:pt x="533797" y="0"/>
              </a:lnTo>
            </a:path>
          </a:pathLst>
        </a:custGeom>
        <a:noFill/>
        <a:ln w="19050" cap="rnd"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8E81C4A-14E8-4E90-9A2C-9F7EC2BC0F05}">
      <dsp:nvSpPr>
        <dsp:cNvPr id="0" name=""/>
        <dsp:cNvSpPr/>
      </dsp:nvSpPr>
      <dsp:spPr>
        <a:xfrm>
          <a:off x="3372551" y="3199050"/>
          <a:ext cx="815088" cy="815088"/>
        </a:xfrm>
        <a:prstGeom prst="round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444500">
            <a:lnSpc>
              <a:spcPct val="90000"/>
            </a:lnSpc>
            <a:spcBef>
              <a:spcPct val="0"/>
            </a:spcBef>
            <a:spcAft>
              <a:spcPct val="35000"/>
            </a:spcAft>
            <a:buNone/>
          </a:pPr>
          <a:r>
            <a:rPr lang="en-US" sz="1000" u="none" kern="1200">
              <a:hlinkClick xmlns:r="http://schemas.openxmlformats.org/officeDocument/2006/relationships" r:id="rId4" tooltip="Anti-keylogger">
                <a:extLst>
                  <a:ext uri="{A12FA001-AC4F-418D-AE19-62706E023703}">
                    <ahyp:hlinkClr xmlns:ahyp="http://schemas.microsoft.com/office/drawing/2018/hyperlinkcolor" val="tx"/>
                  </a:ext>
                </a:extLst>
              </a:hlinkClick>
            </a:rPr>
            <a:t>Anti-keyloggers</a:t>
          </a:r>
          <a:endParaRPr lang="en-US" sz="1000" u="none" kern="1200" dirty="0"/>
        </a:p>
      </dsp:txBody>
      <dsp:txXfrm>
        <a:off x="3412340" y="3238839"/>
        <a:ext cx="735510" cy="735510"/>
      </dsp:txXfrm>
    </dsp:sp>
    <dsp:sp modelId="{36B409C0-E208-48AF-9454-A67A523AB484}">
      <dsp:nvSpPr>
        <dsp:cNvPr id="0" name=""/>
        <dsp:cNvSpPr/>
      </dsp:nvSpPr>
      <dsp:spPr>
        <a:xfrm rot="6942857">
          <a:off x="2383666" y="2958583"/>
          <a:ext cx="533797" cy="0"/>
        </a:xfrm>
        <a:custGeom>
          <a:avLst/>
          <a:gdLst/>
          <a:ahLst/>
          <a:cxnLst/>
          <a:rect l="0" t="0" r="0" b="0"/>
          <a:pathLst>
            <a:path>
              <a:moveTo>
                <a:pt x="0" y="0"/>
              </a:moveTo>
              <a:lnTo>
                <a:pt x="533797" y="0"/>
              </a:lnTo>
            </a:path>
          </a:pathLst>
        </a:custGeom>
        <a:noFill/>
        <a:ln w="19050" cap="rnd"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8035773-F144-4795-98E8-8F50AFF1CBFD}">
      <dsp:nvSpPr>
        <dsp:cNvPr id="0" name=""/>
        <dsp:cNvSpPr/>
      </dsp:nvSpPr>
      <dsp:spPr>
        <a:xfrm>
          <a:off x="1930954" y="3199050"/>
          <a:ext cx="815088" cy="815088"/>
        </a:xfrm>
        <a:prstGeom prst="round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533400">
            <a:lnSpc>
              <a:spcPct val="90000"/>
            </a:lnSpc>
            <a:spcBef>
              <a:spcPct val="0"/>
            </a:spcBef>
            <a:spcAft>
              <a:spcPct val="35000"/>
            </a:spcAft>
            <a:buNone/>
          </a:pPr>
          <a:r>
            <a:rPr lang="en-US" sz="1200" u="none" kern="1200">
              <a:hlinkClick xmlns:r="http://schemas.openxmlformats.org/officeDocument/2006/relationships" r:id="rId5" tooltip="Antivirus software">
                <a:extLst>
                  <a:ext uri="{A12FA001-AC4F-418D-AE19-62706E023703}">
                    <ahyp:hlinkClr xmlns:ahyp="http://schemas.microsoft.com/office/drawing/2018/hyperlinkcolor" val="tx"/>
                  </a:ext>
                </a:extLst>
              </a:hlinkClick>
            </a:rPr>
            <a:t>Antivirus software</a:t>
          </a:r>
          <a:endParaRPr lang="en-US" sz="1200" u="none" kern="1200" dirty="0"/>
        </a:p>
      </dsp:txBody>
      <dsp:txXfrm>
        <a:off x="1970743" y="3238839"/>
        <a:ext cx="735510" cy="735510"/>
      </dsp:txXfrm>
    </dsp:sp>
    <dsp:sp modelId="{6BD8D21A-1BC2-44FA-80B2-4F5FDD02FADD}">
      <dsp:nvSpPr>
        <dsp:cNvPr id="0" name=""/>
        <dsp:cNvSpPr/>
      </dsp:nvSpPr>
      <dsp:spPr>
        <a:xfrm rot="10028571">
          <a:off x="1839457" y="2317582"/>
          <a:ext cx="619328" cy="0"/>
        </a:xfrm>
        <a:custGeom>
          <a:avLst/>
          <a:gdLst/>
          <a:ahLst/>
          <a:cxnLst/>
          <a:rect l="0" t="0" r="0" b="0"/>
          <a:pathLst>
            <a:path>
              <a:moveTo>
                <a:pt x="0" y="0"/>
              </a:moveTo>
              <a:lnTo>
                <a:pt x="619328" y="0"/>
              </a:lnTo>
            </a:path>
          </a:pathLst>
        </a:custGeom>
        <a:noFill/>
        <a:ln w="19050" cap="rnd"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12633E3-3730-4E14-A749-09AEB40A03A0}">
      <dsp:nvSpPr>
        <dsp:cNvPr id="0" name=""/>
        <dsp:cNvSpPr/>
      </dsp:nvSpPr>
      <dsp:spPr>
        <a:xfrm>
          <a:off x="1032133" y="2071964"/>
          <a:ext cx="815088" cy="815088"/>
        </a:xfrm>
        <a:prstGeom prst="round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444500">
            <a:lnSpc>
              <a:spcPct val="90000"/>
            </a:lnSpc>
            <a:spcBef>
              <a:spcPct val="0"/>
            </a:spcBef>
            <a:spcAft>
              <a:spcPct val="35000"/>
            </a:spcAft>
            <a:buNone/>
          </a:pPr>
          <a:r>
            <a:rPr lang="en-US" sz="1000" u="none" kern="1200">
              <a:hlinkClick xmlns:r="http://schemas.openxmlformats.org/officeDocument/2006/relationships" r:id="rId6" tooltip="Computer-aided dispatch">
                <a:extLst>
                  <a:ext uri="{A12FA001-AC4F-418D-AE19-62706E023703}">
                    <ahyp:hlinkClr xmlns:ahyp="http://schemas.microsoft.com/office/drawing/2018/hyperlinkcolor" val="tx"/>
                  </a:ext>
                </a:extLst>
              </a:hlinkClick>
            </a:rPr>
            <a:t>Computer-aided</a:t>
          </a:r>
          <a:endParaRPr lang="en-US" sz="1000" u="none" kern="1200" dirty="0"/>
        </a:p>
      </dsp:txBody>
      <dsp:txXfrm>
        <a:off x="1071922" y="2111753"/>
        <a:ext cx="735510" cy="735510"/>
      </dsp:txXfrm>
    </dsp:sp>
    <dsp:sp modelId="{710B8318-3FB8-4748-9AAD-3291DBED6C0A}">
      <dsp:nvSpPr>
        <dsp:cNvPr id="0" name=""/>
        <dsp:cNvSpPr/>
      </dsp:nvSpPr>
      <dsp:spPr>
        <a:xfrm rot="13114286">
          <a:off x="2128520" y="1511909"/>
          <a:ext cx="361990" cy="0"/>
        </a:xfrm>
        <a:custGeom>
          <a:avLst/>
          <a:gdLst/>
          <a:ahLst/>
          <a:cxnLst/>
          <a:rect l="0" t="0" r="0" b="0"/>
          <a:pathLst>
            <a:path>
              <a:moveTo>
                <a:pt x="0" y="0"/>
              </a:moveTo>
              <a:lnTo>
                <a:pt x="361990" y="0"/>
              </a:lnTo>
            </a:path>
          </a:pathLst>
        </a:custGeom>
        <a:noFill/>
        <a:ln w="19050" cap="rnd"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D6BB917-FA5E-44E4-A782-853F04E44D3C}">
      <dsp:nvSpPr>
        <dsp:cNvPr id="0" name=""/>
        <dsp:cNvSpPr/>
      </dsp:nvSpPr>
      <dsp:spPr>
        <a:xfrm>
          <a:off x="1352919" y="666511"/>
          <a:ext cx="815088" cy="815088"/>
        </a:xfrm>
        <a:prstGeom prst="round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311150">
            <a:lnSpc>
              <a:spcPct val="90000"/>
            </a:lnSpc>
            <a:spcBef>
              <a:spcPct val="0"/>
            </a:spcBef>
            <a:spcAft>
              <a:spcPct val="35000"/>
            </a:spcAft>
            <a:buNone/>
          </a:pPr>
          <a:r>
            <a:rPr lang="en-US" sz="700" u="none" kern="1200" dirty="0">
              <a:hlinkClick xmlns:r="http://schemas.openxmlformats.org/officeDocument/2006/relationships" r:id="rId6" tooltip="Computer-aided dispatch">
                <a:extLst>
                  <a:ext uri="{A12FA001-AC4F-418D-AE19-62706E023703}">
                    <ahyp:hlinkClr xmlns:ahyp="http://schemas.microsoft.com/office/drawing/2018/hyperlinkcolor" val="tx"/>
                  </a:ext>
                </a:extLst>
              </a:hlinkClick>
            </a:rPr>
            <a:t> dispatch</a:t>
          </a:r>
          <a:r>
            <a:rPr lang="en-US" sz="700" u="none" kern="1200" dirty="0"/>
            <a:t> (CAD)</a:t>
          </a:r>
        </a:p>
      </dsp:txBody>
      <dsp:txXfrm>
        <a:off x="1392708" y="706300"/>
        <a:ext cx="735510" cy="735510"/>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RadialCluster">
  <dgm:title val=""/>
  <dgm:desc val=""/>
  <dgm:catLst>
    <dgm:cat type="relationship" pri="19500"/>
    <dgm:cat type="cycle" pri="15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useDef="1">
    <dgm:dataModel>
      <dgm:ptLst/>
      <dgm:bg/>
      <dgm:whole/>
    </dgm:dataModel>
  </dgm:styleData>
  <dgm:clrData useDef="1">
    <dgm:dataModel>
      <dgm:ptLst/>
      <dgm:bg/>
      <dgm:whole/>
    </dgm:dataModel>
  </dgm:clrData>
  <dgm:layoutNode name="Name0">
    <dgm:varLst>
      <dgm:chMax val="1"/>
      <dgm:chPref val="1"/>
      <dgm:dir/>
      <dgm:animOne val="branch"/>
      <dgm:animLvl val="lvl"/>
    </dgm:varLst>
    <dgm:alg type="composite">
      <dgm:param type="ar" val="1.00"/>
    </dgm:alg>
    <dgm:shape xmlns:r="http://schemas.openxmlformats.org/officeDocument/2006/relationships" r:blip="">
      <dgm:adjLst/>
    </dgm:shape>
    <dgm:choose name="Name1">
      <dgm:if name="Name2" func="var" arg="dir" op="equ" val="norm">
        <dgm:choose name="Name3">
          <dgm:if name="Name4" axis="ch ch" ptType="node node" cnt="1 0" func="cnt" op="equ" val="1">
            <dgm:constrLst>
              <dgm:constr type="l" for="ch" forName="textCenter"/>
              <dgm:constr type="ctrY" for="ch" forName="textCenter" refType="h" fact="0.5"/>
              <dgm:constr type="w" for="ch" forName="textCenter" refType="w" fact="0.32"/>
              <dgm:constr type="h" for="ch" forName="textCenter" refType="w" refFor="ch" refForName="textCenter"/>
              <dgm:constr type="r" for="ch" forName="cycle_1" refType="w"/>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5" axis="ch ch" ptType="node node" cnt="1 0"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6" axis="ch ch" ptType="node node" cnt="1 0" func="cnt" op="equ" val="3">
            <dgm:choose name="Name7">
              <dgm:if name="Name8" axis="ch ch ch" ptType="node node node" st="1 2 0" cnt="1 1 0" func="cnt" op="equ" val="1">
                <dgm:choose name="Name9">
                  <dgm:if name="Name10"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12">
                <dgm:choose name="Name13">
                  <dgm:if name="Name14"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5">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16" axis="ch ch" ptType="node node" cnt="1 0"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r" for="ch" forName="cycle_2" refType="w"/>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l" for="ch" forName="cycle_4"/>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17" axis="ch ch" ptType="node node" cnt="1 0"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24"/>
              <dgm:constr type="w" for="ch" forName="cycle_2" refType="w" fact="0.33"/>
              <dgm:constr type="h" for="ch" forName="cycle_2" refType="w" refFor="ch" refForName="cycle_2"/>
              <dgm:constr type="r" for="ch" forName="cycle_3" refType="w" fact="0.89"/>
              <dgm:constr type="b" for="ch" forName="cycle_3" refType="h"/>
              <dgm:constr type="w" for="ch" forName="cycle_3" refType="w" fact="0.33"/>
              <dgm:constr type="h" for="ch" forName="cycle_3" refType="w" refFor="ch" refForName="cycle_3"/>
              <dgm:constr type="l" for="ch" forName="cycle_4" refType="w" fact="0.11"/>
              <dgm:constr type="b" for="ch" forName="cycle_4" refType="h"/>
              <dgm:constr type="w" for="ch" forName="cycle_4" refType="w" fact="0.33"/>
              <dgm:constr type="h" for="ch" forName="cycle_4" refType="w" refFor="ch" refForName="cycle_4"/>
              <dgm:constr type="l" for="ch" forName="cycle_5"/>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18" axis="ch ch" ptType="node node" cnt="1 0"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17"/>
              <dgm:constr type="w" for="ch" forName="cycle_2" refType="w" fact="0.33"/>
              <dgm:constr type="h" for="ch" forName="cycle_2" refType="w" refFor="ch" refForName="cycle_2"/>
              <dgm:constr type="r" for="ch" forName="cycle_3" refType="w"/>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l" for="ch" forName="cycle_5"/>
              <dgm:constr type="b" for="ch" forName="cycle_5" refType="h" fact="0.83"/>
              <dgm:constr type="w" for="ch" forName="cycle_5" refType="w" fact="0.33"/>
              <dgm:constr type="h" for="ch" forName="cycle_5" refType="w" refFor="ch" refForName="cycle_5"/>
              <dgm:constr type="l" for="ch" forName="cycle_6"/>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19">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r" for="ch" forName="cycle_2" refType="w" fact="0.938"/>
              <dgm:constr type="t" for="ch" forName="cycle_2" refType="h" fact="0.141"/>
              <dgm:constr type="w" for="ch" forName="cycle_2" refType="w" fact="0.263"/>
              <dgm:constr type="h" for="ch" forName="cycle_2" refType="w" refFor="ch" refForName="cycle_2"/>
              <dgm:constr type="r" for="ch" forName="cycle_3" refType="w"/>
              <dgm:constr type="b" for="ch" forName="cycle_3" refType="h" fact="0.74"/>
              <dgm:constr type="w" for="ch" forName="cycle_3" refType="w" fact="0.263"/>
              <dgm:constr type="h" for="ch" forName="cycle_3" refType="w" refFor="ch" refForName="cycle_3"/>
              <dgm:constr type="r" for="ch" forName="cycle_4" refType="w" fact="0.8"/>
              <dgm:constr type="b" for="ch" forName="cycle_4" refType="h"/>
              <dgm:constr type="w" for="ch" forName="cycle_4" refType="w" fact="0.263"/>
              <dgm:constr type="h" for="ch" forName="cycle_4" refType="w" refFor="ch" refForName="cycle_4"/>
              <dgm:constr type="l" for="ch" forName="cycle_5" refType="w" fact="0.2"/>
              <dgm:constr type="b" for="ch" forName="cycle_5" refType="h"/>
              <dgm:constr type="w" for="ch" forName="cycle_5" refType="w" fact="0.263"/>
              <dgm:constr type="h" for="ch" forName="cycle_5" refType="w" refFor="ch" refForName="cycle_5"/>
              <dgm:constr type="l" for="ch" forName="cycle_6"/>
              <dgm:constr type="b" for="ch" forName="cycle_6" refType="h" fact="0.74"/>
              <dgm:constr type="w" for="ch" forName="cycle_6" refType="w" fact="0.263"/>
              <dgm:constr type="h" for="ch" forName="cycle_6" refType="w" refFor="ch" refForName="cycle_6"/>
              <dgm:constr type="l" for="ch" forName="cycle_7" refType="w" fact="0.062"/>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if>
      <dgm:else name="Name20">
        <dgm:choose name="Name21">
          <dgm:if name="Name22" axis="ch ch" ptType="node node" func="cnt" op="equ" val="1">
            <dgm:constrLst>
              <dgm:constr type="r" for="ch" forName="textCenter" refType="w"/>
              <dgm:constr type="ctrY" for="ch" forName="textCenter" refType="h" fact="0.5"/>
              <dgm:constr type="w" for="ch" forName="textCenter" refType="w" fact="0.32"/>
              <dgm:constr type="h" for="ch" forName="textCenter" refType="w" refFor="ch" refForName="textCenter"/>
              <dgm:constr type="l" for="ch" forName="cycle_1"/>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23" axis="ch ch" ptType="node node"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24" axis="ch ch" ptType="node node" func="cnt" op="equ" val="3">
            <dgm:choose name="Name25">
              <dgm:if name="Name26" axis="ch ch ch" ptType="node node node" st="1 2 0" cnt="1 1 0" func="cnt" op="equ" val="1">
                <dgm:choose name="Name27">
                  <dgm:if name="Name28"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29">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30">
                <dgm:choose name="Name31">
                  <dgm:if name="Name32"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33">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34" axis="ch ch" ptType="node node"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l" for="ch" forName="cycle_2"/>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r" for="ch" forName="cycle_4" refType="w"/>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35" axis="ch ch" ptType="node node"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24"/>
              <dgm:constr type="w" for="ch" forName="cycle_2" refType="w" fact="0.33"/>
              <dgm:constr type="h" for="ch" forName="cycle_2" refType="w" refFor="ch" refForName="cycle_2"/>
              <dgm:constr type="l" for="ch" forName="cycle_3" refType="w" fact="0.11"/>
              <dgm:constr type="b" for="ch" forName="cycle_3" refType="h"/>
              <dgm:constr type="w" for="ch" forName="cycle_3" refType="w" fact="0.33"/>
              <dgm:constr type="h" for="ch" forName="cycle_3" refType="w" refFor="ch" refForName="cycle_3"/>
              <dgm:constr type="r" for="ch" forName="cycle_4" refType="w" fact="0.89"/>
              <dgm:constr type="b" for="ch" forName="cycle_4" refType="h"/>
              <dgm:constr type="w" for="ch" forName="cycle_4" refType="w" fact="0.33"/>
              <dgm:constr type="h" for="ch" forName="cycle_4" refType="w" refFor="ch" refForName="cycle_4"/>
              <dgm:constr type="r" for="ch" forName="cycle_5" refType="w"/>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36" axis="ch ch" ptType="node node"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17"/>
              <dgm:constr type="w" for="ch" forName="cycle_2" refType="w" fact="0.33"/>
              <dgm:constr type="h" for="ch" forName="cycle_2" refType="w" refFor="ch" refForName="cycle_2"/>
              <dgm:constr type="l" for="ch" forName="cycle_3"/>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r" for="ch" forName="cycle_5" refType="w"/>
              <dgm:constr type="b" for="ch" forName="cycle_5" refType="h" fact="0.83"/>
              <dgm:constr type="w" for="ch" forName="cycle_5" refType="w" fact="0.33"/>
              <dgm:constr type="h" for="ch" forName="cycle_5" refType="w" refFor="ch" refForName="cycle_5"/>
              <dgm:constr type="r" for="ch" forName="cycle_6" refType="w"/>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37">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l" for="ch" forName="cycle_2" refType="w" fact="0.062"/>
              <dgm:constr type="t" for="ch" forName="cycle_2" refType="h" fact="0.141"/>
              <dgm:constr type="w" for="ch" forName="cycle_2" refType="w" fact="0.263"/>
              <dgm:constr type="h" for="ch" forName="cycle_2" refType="w" refFor="ch" refForName="cycle_2"/>
              <dgm:constr type="l" for="ch" forName="cycle_3"/>
              <dgm:constr type="b" for="ch" forName="cycle_3" refType="h" fact="0.74"/>
              <dgm:constr type="w" for="ch" forName="cycle_3" refType="w" fact="0.263"/>
              <dgm:constr type="h" for="ch" forName="cycle_3" refType="w" refFor="ch" refForName="cycle_3"/>
              <dgm:constr type="l" for="ch" forName="cycle_4" refType="w" fact="0.2"/>
              <dgm:constr type="b" for="ch" forName="cycle_4" refType="h"/>
              <dgm:constr type="w" for="ch" forName="cycle_4" refType="w" fact="0.263"/>
              <dgm:constr type="h" for="ch" forName="cycle_4" refType="w" refFor="ch" refForName="cycle_4"/>
              <dgm:constr type="r" for="ch" forName="cycle_5" refType="w" fact="0.8"/>
              <dgm:constr type="b" for="ch" forName="cycle_5" refType="h"/>
              <dgm:constr type="w" for="ch" forName="cycle_5" refType="w" fact="0.263"/>
              <dgm:constr type="h" for="ch" forName="cycle_5" refType="w" refFor="ch" refForName="cycle_5"/>
              <dgm:constr type="r" for="ch" forName="cycle_6" refType="w"/>
              <dgm:constr type="b" for="ch" forName="cycle_6" refType="h" fact="0.74"/>
              <dgm:constr type="w" for="ch" forName="cycle_6" refType="w" fact="0.263"/>
              <dgm:constr type="h" for="ch" forName="cycle_6" refType="w" refFor="ch" refForName="cycle_6"/>
              <dgm:constr type="r" for="ch" forName="cycle_7" refType="w" fact="0.938"/>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else>
    </dgm:choose>
    <dgm:forEach name="Name38" axis="ch" ptType="node" cnt="1">
      <dgm:choose name="Name39">
        <dgm:if name="Name40" axis="des" func="maxDepth" op="lte" val="1">
          <dgm:layoutNode name="singleCycle">
            <dgm:choose name="Name41">
              <dgm:if name="Name42" axis="ch" ptType="node" func="cnt" op="equ" val="1">
                <dgm:choose name="Name43">
                  <dgm:if name="Name44" func="var" arg="dir" op="equ" val="norm">
                    <dgm:alg type="cycle">
                      <dgm:param type="stAng" val="90"/>
                      <dgm:param type="ctrShpMap" val="fNode"/>
                    </dgm:alg>
                  </dgm:if>
                  <dgm:else name="Name45">
                    <dgm:alg type="cycle">
                      <dgm:param type="stAng" val="-90"/>
                      <dgm:param type="spanAng" val="-360"/>
                      <dgm:param type="ctrShpMap" val="fNode"/>
                    </dgm:alg>
                  </dgm:else>
                </dgm:choose>
              </dgm:if>
              <dgm:else name="Name46">
                <dgm:choose name="Name47">
                  <dgm:if name="Name48" func="var" arg="dir" op="equ" val="norm">
                    <dgm:alg type="cycle">
                      <dgm:param type="ctrShpMap" val="fNode"/>
                    </dgm:alg>
                  </dgm:if>
                  <dgm:else name="Name49">
                    <dgm:alg type="cycle">
                      <dgm:param type="spanAng" val="-360"/>
                      <dgm:param type="ctrShpMap" val="fNode"/>
                    </dgm:alg>
                  </dgm:else>
                </dgm:choose>
              </dgm:else>
            </dgm:choose>
            <dgm:shape xmlns:r="http://schemas.openxmlformats.org/officeDocument/2006/relationships" r:blip="">
              <dgm:adjLst/>
            </dgm:shape>
            <dgm:presOf/>
            <dgm:choose name="Name50">
              <dgm:if name="Name51" axis="ch" ptType="node" func="cnt" op="equ" val="0">
                <dgm:constrLst>
                  <dgm:constr type="w" for="ch" forName="singleCenter" refType="w"/>
                  <dgm:constr type="h" for="ch" forName="singleCenter" refType="w" refFor="ch" refForName="singleCenter"/>
                </dgm:constrLst>
              </dgm:if>
              <dgm:if name="Name52" axis="ch" ptType="node" func="cnt" op="equ" val="1">
                <dgm:constrLst>
                  <dgm:constr type="w" for="ch" forName="singleCenter" refType="w" fact="0.5"/>
                  <dgm:constr type="h" for="ch" forName="singleCenter" refType="w" refFor="ch" refForName="singleCenter"/>
                  <dgm:constr type="userS" for="ch" ptType="node" refType="w" refFor="ch" refForName="singleCenter" fact="0.67"/>
                </dgm:constrLst>
              </dgm:if>
              <dgm:else name="Name53">
                <dgm:constrLst>
                  <dgm:constr type="w" for="ch" forName="singleCenter" refType="w" fact="0.3"/>
                  <dgm:constr type="h" for="ch" forName="singleCenter" refType="w" refFor="ch" refForName="singleCenter"/>
                  <dgm:constr type="userS" for="ch" ptType="node" refType="w" refFor="ch" refForName="singleCenter" fact="0.67"/>
                </dgm:constrLst>
              </dgm:else>
            </dgm:choose>
            <dgm:layoutNode name="singleCenter" styleLbl="node1">
              <dgm:varLst>
                <dgm:chMax val="7"/>
                <dgm:chPref val="7"/>
              </dgm:varLst>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54" axis="ch" cnt="21">
              <dgm:forEach name="Name55" axis="self" ptType="parTrans">
                <dgm:layoutNode name="Name5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57" axis="self" ptType="node">
                <dgm:layoutNode name="text0"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layoutNode>
        </dgm:if>
        <dgm:else name="Name58">
          <dgm:layoutNode name="textCenter" styleLbl="node1">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choose name="Name59">
            <dgm:if name="Name60" axis="ch" ptType="node" func="cnt" op="gte" val="1">
              <dgm:layoutNode name="cycle_1">
                <dgm:choose name="Name61">
                  <dgm:if name="Name62" func="var" arg="dir" op="equ" val="norm">
                    <dgm:choose name="Name63">
                      <dgm:if name="Name64" axis="ch" ptType="node" func="cnt" op="equ" val="1">
                        <dgm:choose name="Name65">
                          <dgm:if name="Name66" axis="ch ch" ptType="node node" st="1 1" cnt="1 0" func="cnt" op="equ" val="1">
                            <dgm:alg type="cycle">
                              <dgm:param type="ctrShpMap" val="fNode"/>
                              <dgm:param type="stAng" val="90"/>
                            </dgm:alg>
                          </dgm:if>
                          <dgm:if name="Name67" axis="ch ch" ptType="node node" st="1 1" cnt="1 0" func="cnt" op="equ" val="2">
                            <dgm:alg type="cycle">
                              <dgm:param type="ctrShpMap" val="fNode"/>
                              <dgm:param type="stAng" val="45"/>
                              <dgm:param type="spanAng" val="90"/>
                            </dgm:alg>
                          </dgm:if>
                          <dgm:else name="Name68">
                            <dgm:alg type="cycle">
                              <dgm:param type="ctrShpMap" val="fNode"/>
                              <dgm:param type="stAng" val="0"/>
                              <dgm:param type="spanAng" val="180"/>
                            </dgm:alg>
                          </dgm:else>
                        </dgm:choose>
                      </dgm:if>
                      <dgm:if name="Name69" axis="ch" ptType="node" func="cnt" op="equ" val="2">
                        <dgm:choose name="Name70">
                          <dgm:if name="Name71" axis="ch ch" ptType="node node" st="1 1" cnt="1 0" func="cnt" op="equ" val="1">
                            <dgm:alg type="cycle">
                              <dgm:param type="ctrShpMap" val="fNode"/>
                              <dgm:param type="stAng" val="0"/>
                            </dgm:alg>
                          </dgm:if>
                          <dgm:if name="Name72" axis="ch ch" ptType="node node" st="1 1" cnt="1 0" func="cnt" op="equ" val="2">
                            <dgm:alg type="cycle">
                              <dgm:param type="ctrShpMap" val="fNode"/>
                              <dgm:param type="stAng" val="315"/>
                              <dgm:param type="spanAng" val="90"/>
                            </dgm:alg>
                          </dgm:if>
                          <dgm:else name="Name73">
                            <dgm:alg type="cycle">
                              <dgm:param type="ctrShpMap" val="fNode"/>
                              <dgm:param type="stAng" val="270"/>
                              <dgm:param type="spanAng" val="180"/>
                            </dgm:alg>
                          </dgm:else>
                        </dgm:choose>
                      </dgm:if>
                      <dgm:if name="Name74" axis="ch" ptType="node" func="cnt" op="equ" val="3">
                        <dgm:choose name="Name75">
                          <dgm:if name="Name76" axis="ch ch" ptType="node node" st="1 1" cnt="1 0" func="cnt" op="equ" val="1">
                            <dgm:alg type="cycle">
                              <dgm:param type="ctrShpMap" val="fNode"/>
                              <dgm:param type="stAng" val="0"/>
                            </dgm:alg>
                          </dgm:if>
                          <dgm:if name="Name77" axis="ch ch" ptType="node node" st="1 1" cnt="1 0" func="cnt" op="equ" val="2">
                            <dgm:alg type="cycle">
                              <dgm:param type="ctrShpMap" val="fNode"/>
                              <dgm:param type="stAng" val="315"/>
                              <dgm:param type="spanAng" val="90"/>
                            </dgm:alg>
                          </dgm:if>
                          <dgm:else name="Name78">
                            <dgm:alg type="cycle">
                              <dgm:param type="ctrShpMap" val="fNode"/>
                              <dgm:param type="stAng" val="270"/>
                              <dgm:param type="spanAng" val="180"/>
                            </dgm:alg>
                          </dgm:else>
                        </dgm:choose>
                      </dgm:if>
                      <dgm:if name="Name79" axis="ch" ptType="node" func="cnt" op="equ" val="4">
                        <dgm:choose name="Name80">
                          <dgm:if name="Name81" axis="ch ch" ptType="node node" st="1 1" cnt="1 0" func="cnt" op="equ" val="1">
                            <dgm:alg type="cycle">
                              <dgm:param type="ctrShpMap" val="fNode"/>
                              <dgm:param type="stAng" val="0"/>
                            </dgm:alg>
                          </dgm:if>
                          <dgm:if name="Name82" axis="ch ch" ptType="node node" st="1 1" cnt="1 0" func="cnt" op="equ" val="2">
                            <dgm:alg type="cycle">
                              <dgm:param type="ctrShpMap" val="fNode"/>
                              <dgm:param type="stAng" val="315"/>
                              <dgm:param type="spanAng" val="90"/>
                            </dgm:alg>
                          </dgm:if>
                          <dgm:else name="Name83">
                            <dgm:alg type="cycle">
                              <dgm:param type="ctrShpMap" val="fNode"/>
                              <dgm:param type="stAng" val="292.5"/>
                              <dgm:param type="spanAng" val="135"/>
                            </dgm:alg>
                          </dgm:else>
                        </dgm:choose>
                      </dgm:if>
                      <dgm:if name="Name84" axis="ch" ptType="node" func="cnt" op="equ" val="5">
                        <dgm:choose name="Name85">
                          <dgm:if name="Name86" axis="ch ch" ptType="node node" st="1 1" cnt="1 0" func="cnt" op="equ" val="1">
                            <dgm:alg type="cycle">
                              <dgm:param type="ctrShpMap" val="fNode"/>
                              <dgm:param type="stAng" val="0"/>
                            </dgm:alg>
                          </dgm:if>
                          <dgm:if name="Name87" axis="ch ch" ptType="node node" st="1 1" cnt="1 0" func="cnt" op="equ" val="2">
                            <dgm:alg type="cycle">
                              <dgm:param type="ctrShpMap" val="fNode"/>
                              <dgm:param type="stAng" val="315"/>
                              <dgm:param type="spanAng" val="90"/>
                            </dgm:alg>
                          </dgm:if>
                          <dgm:else name="Name88">
                            <dgm:alg type="cycle">
                              <dgm:param type="ctrShpMap" val="fNode"/>
                              <dgm:param type="stAng" val="0"/>
                              <dgm:param type="spanAng" val="360"/>
                            </dgm:alg>
                          </dgm:else>
                        </dgm:choose>
                      </dgm:if>
                      <dgm:if name="Name89" axis="ch" ptType="node" func="cnt" op="equ" val="6">
                        <dgm:choose name="Name90">
                          <dgm:if name="Name91" axis="ch ch" ptType="node node" st="1 1" cnt="1 0" func="cnt" op="equ" val="1">
                            <dgm:alg type="cycle">
                              <dgm:param type="ctrShpMap" val="fNode"/>
                              <dgm:param type="stAng" val="0"/>
                            </dgm:alg>
                          </dgm:if>
                          <dgm:if name="Name92" axis="ch ch" ptType="node node" st="1 1" cnt="1 0" func="cnt" op="equ" val="2">
                            <dgm:alg type="cycle">
                              <dgm:param type="ctrShpMap" val="fNode"/>
                              <dgm:param type="stAng" val="315"/>
                              <dgm:param type="spanAng" val="90"/>
                            </dgm:alg>
                          </dgm:if>
                          <dgm:else name="Name93">
                            <dgm:alg type="cycle">
                              <dgm:param type="ctrShpMap" val="fNode"/>
                              <dgm:param type="stAng" val="0"/>
                              <dgm:param type="spanAng" val="360"/>
                            </dgm:alg>
                          </dgm:else>
                        </dgm:choose>
                      </dgm:if>
                      <dgm:if name="Name94" axis="ch" ptType="node" func="cnt" op="gte" val="7">
                        <dgm:choose name="Name95">
                          <dgm:if name="Name96" axis="ch ch" ptType="node node" st="1 1" cnt="1 0" func="cnt" op="equ" val="1">
                            <dgm:alg type="cycle">
                              <dgm:param type="ctrShpMap" val="fNode"/>
                              <dgm:param type="stAng" val="0"/>
                            </dgm:alg>
                          </dgm:if>
                          <dgm:if name="Name97" axis="ch ch" ptType="node node" st="1 1" cnt="1 0" func="cnt" op="equ" val="2">
                            <dgm:alg type="cycle">
                              <dgm:param type="ctrShpMap" val="fNode"/>
                              <dgm:param type="stAng" val="315"/>
                              <dgm:param type="spanAng" val="90"/>
                            </dgm:alg>
                          </dgm:if>
                          <dgm:else name="Name98">
                            <dgm:alg type="cycle">
                              <dgm:param type="ctrShpMap" val="fNode"/>
                              <dgm:param type="stAng" val="0"/>
                              <dgm:param type="spanAng" val="360"/>
                            </dgm:alg>
                          </dgm:else>
                        </dgm:choose>
                      </dgm:if>
                      <dgm:else name="Name99"/>
                    </dgm:choose>
                  </dgm:if>
                  <dgm:else name="Name100">
                    <dgm:choose name="Name101">
                      <dgm:if name="Name102" axis="ch" ptType="node" func="cnt" op="equ" val="1">
                        <dgm:choose name="Name103">
                          <dgm:if name="Name104" axis="ch ch" ptType="node node" st="1 1" cnt="1 0" func="cnt" op="equ" val="1">
                            <dgm:alg type="cycle">
                              <dgm:param type="ctrShpMap" val="fNode"/>
                              <dgm:param type="stAng" val="270"/>
                            </dgm:alg>
                          </dgm:if>
                          <dgm:if name="Name105" axis="ch ch" ptType="node node" st="1 1" cnt="1 0" func="cnt" op="equ" val="2">
                            <dgm:alg type="cycle">
                              <dgm:param type="ctrShpMap" val="fNode"/>
                              <dgm:param type="stAng" val="315"/>
                              <dgm:param type="spanAng" val="-90"/>
                            </dgm:alg>
                          </dgm:if>
                          <dgm:else name="Name106">
                            <dgm:alg type="cycle">
                              <dgm:param type="ctrShpMap" val="fNode"/>
                              <dgm:param type="stAng" val="0"/>
                              <dgm:param type="spanAng" val="-180"/>
                            </dgm:alg>
                          </dgm:else>
                        </dgm:choose>
                      </dgm:if>
                      <dgm:if name="Name107" axis="ch" ptType="node" func="cnt" op="equ" val="2">
                        <dgm:choose name="Name108">
                          <dgm:if name="Name109" axis="ch ch" ptType="node node" st="1 1" cnt="1 0" func="cnt" op="equ" val="1">
                            <dgm:alg type="cycle">
                              <dgm:param type="ctrShpMap" val="fNode"/>
                              <dgm:param type="stAng" val="0"/>
                            </dgm:alg>
                          </dgm:if>
                          <dgm:if name="Name110" axis="ch ch" ptType="node node" st="1 1" cnt="1 0" func="cnt" op="equ" val="2">
                            <dgm:alg type="cycle">
                              <dgm:param type="ctrShpMap" val="fNode"/>
                              <dgm:param type="stAng" val="45"/>
                              <dgm:param type="spanAng" val="-90"/>
                            </dgm:alg>
                          </dgm:if>
                          <dgm:else name="Name111">
                            <dgm:alg type="cycle">
                              <dgm:param type="ctrShpMap" val="fNode"/>
                              <dgm:param type="stAng" val="90"/>
                              <dgm:param type="spanAng" val="-180"/>
                            </dgm:alg>
                          </dgm:else>
                        </dgm:choose>
                      </dgm:if>
                      <dgm:if name="Name112" axis="ch" ptType="node" func="cnt" op="equ" val="3">
                        <dgm:choose name="Name113">
                          <dgm:if name="Name114" axis="ch ch" ptType="node node" st="1 1" cnt="1 0" func="cnt" op="equ" val="1">
                            <dgm:alg type="cycle">
                              <dgm:param type="ctrShpMap" val="fNode"/>
                              <dgm:param type="stAng" val="0"/>
                            </dgm:alg>
                          </dgm:if>
                          <dgm:if name="Name115" axis="ch ch" ptType="node node" st="1 1" cnt="1 0" func="cnt" op="equ" val="2">
                            <dgm:alg type="cycle">
                              <dgm:param type="ctrShpMap" val="fNode"/>
                              <dgm:param type="stAng" val="45"/>
                              <dgm:param type="spanAng" val="-90"/>
                            </dgm:alg>
                          </dgm:if>
                          <dgm:else name="Name116">
                            <dgm:alg type="cycle">
                              <dgm:param type="ctrShpMap" val="fNode"/>
                              <dgm:param type="stAng" val="90"/>
                              <dgm:param type="spanAng" val="-180"/>
                            </dgm:alg>
                          </dgm:else>
                        </dgm:choose>
                      </dgm:if>
                      <dgm:if name="Name117" axis="ch" ptType="node" func="cnt" op="equ" val="4">
                        <dgm:choose name="Name118">
                          <dgm:if name="Name119" axis="ch ch" ptType="node node" st="1 1" cnt="1 0" func="cnt" op="equ" val="1">
                            <dgm:alg type="cycle">
                              <dgm:param type="ctrShpMap" val="fNode"/>
                              <dgm:param type="stAng" val="0"/>
                            </dgm:alg>
                          </dgm:if>
                          <dgm:if name="Name120" axis="ch ch" ptType="node node" st="1 1" cnt="1 0" func="cnt" op="equ" val="2">
                            <dgm:alg type="cycle">
                              <dgm:param type="ctrShpMap" val="fNode"/>
                              <dgm:param type="stAng" val="45"/>
                              <dgm:param type="spanAng" val="-90"/>
                            </dgm:alg>
                          </dgm:if>
                          <dgm:else name="Name121">
                            <dgm:alg type="cycle">
                              <dgm:param type="ctrShpMap" val="fNode"/>
                              <dgm:param type="stAng" val="67.5"/>
                              <dgm:param type="spanAng" val="-135"/>
                            </dgm:alg>
                          </dgm:else>
                        </dgm:choose>
                      </dgm:if>
                      <dgm:if name="Name122" axis="ch" ptType="node" func="cnt" op="equ" val="5">
                        <dgm:choose name="Name123">
                          <dgm:if name="Name124" axis="ch ch" ptType="node node" st="1 1" cnt="1 0" func="cnt" op="equ" val="1">
                            <dgm:alg type="cycle">
                              <dgm:param type="ctrShpMap" val="fNode"/>
                              <dgm:param type="stAng" val="0"/>
                            </dgm:alg>
                          </dgm:if>
                          <dgm:if name="Name125" axis="ch ch" ptType="node node" st="1 1" cnt="1 0" func="cnt" op="equ" val="2">
                            <dgm:alg type="cycle">
                              <dgm:param type="ctrShpMap" val="fNode"/>
                              <dgm:param type="stAng" val="45"/>
                              <dgm:param type="spanAng" val="-90"/>
                            </dgm:alg>
                          </dgm:if>
                          <dgm:else name="Name126">
                            <dgm:alg type="cycle">
                              <dgm:param type="ctrShpMap" val="fNode"/>
                              <dgm:param type="stAng" val="0"/>
                              <dgm:param type="spanAng" val="-360"/>
                            </dgm:alg>
                          </dgm:else>
                        </dgm:choose>
                      </dgm:if>
                      <dgm:if name="Name127" axis="ch" ptType="node" func="cnt" op="equ" val="6">
                        <dgm:choose name="Name128">
                          <dgm:if name="Name129" axis="ch ch" ptType="node node" st="1 1" cnt="1 0" func="cnt" op="equ" val="1">
                            <dgm:alg type="cycle">
                              <dgm:param type="ctrShpMap" val="fNode"/>
                              <dgm:param type="stAng" val="0"/>
                            </dgm:alg>
                          </dgm:if>
                          <dgm:if name="Name130" axis="ch ch" ptType="node node" st="1 1" cnt="1 0" func="cnt" op="equ" val="2">
                            <dgm:alg type="cycle">
                              <dgm:param type="ctrShpMap" val="fNode"/>
                              <dgm:param type="stAng" val="45"/>
                              <dgm:param type="spanAng" val="-90"/>
                            </dgm:alg>
                          </dgm:if>
                          <dgm:else name="Name131">
                            <dgm:alg type="cycle">
                              <dgm:param type="ctrShpMap" val="fNode"/>
                              <dgm:param type="stAng" val="0"/>
                              <dgm:param type="spanAng" val="-360"/>
                            </dgm:alg>
                          </dgm:else>
                        </dgm:choose>
                      </dgm:if>
                      <dgm:if name="Name132" axis="ch" ptType="node" func="cnt" op="gte" val="7">
                        <dgm:choose name="Name133">
                          <dgm:if name="Name134" axis="ch ch" ptType="node node" st="1 1" cnt="1 0" func="cnt" op="equ" val="1">
                            <dgm:alg type="cycle">
                              <dgm:param type="ctrShpMap" val="fNode"/>
                              <dgm:param type="stAng" val="0"/>
                            </dgm:alg>
                          </dgm:if>
                          <dgm:if name="Name135" axis="ch ch" ptType="node node" st="1 1" cnt="1 0" func="cnt" op="equ" val="2">
                            <dgm:alg type="cycle">
                              <dgm:param type="ctrShpMap" val="fNode"/>
                              <dgm:param type="stAng" val="45"/>
                              <dgm:param type="spanAng" val="-90"/>
                            </dgm:alg>
                          </dgm:if>
                          <dgm:else name="Name136">
                            <dgm:alg type="cycle">
                              <dgm:param type="ctrShpMap" val="fNode"/>
                              <dgm:param type="stAng" val="0"/>
                              <dgm:param type="spanAng" val="-360"/>
                            </dgm:alg>
                          </dgm:else>
                        </dgm:choose>
                      </dgm:if>
                      <dgm:else name="Name137"/>
                    </dgm:choose>
                  </dgm:else>
                </dgm:choose>
                <dgm:shape xmlns:r="http://schemas.openxmlformats.org/officeDocument/2006/relationships" r:blip="">
                  <dgm:adjLst/>
                </dgm:shape>
                <dgm:presOf/>
                <dgm:constrLst>
                  <dgm:constr type="sp" refType="w" fact="0.1"/>
                  <dgm:constr type="sibSp" refType="w" fact="0.1"/>
                </dgm:constrLst>
                <dgm:forEach name="Name138" axis="ch" ptType="node" cnt="1">
                  <dgm:layoutNode name="childCenter1"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139" axis="ch">
                    <dgm:forEach name="Name140" axis="self" ptType="parTrans">
                      <dgm:layoutNode name="Name141">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142" axis="self" ptType="node">
                      <dgm:layoutNode name="text1"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143" axis="ch" ptType="parTrans" cnt="1">
                <dgm:layoutNode name="Name144">
                  <dgm:alg type="conn">
                    <dgm:param type="dim" val="1D"/>
                    <dgm:param type="begPts" val="auto"/>
                    <dgm:param type="endPts" val="auto"/>
                    <dgm:param type="endSty" val="noArr"/>
                    <dgm:param type="srcNode" val="textCenter"/>
                    <dgm:param type="dstNode" val="childCenter1"/>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145"/>
          </dgm:choose>
          <dgm:choose name="Name146">
            <dgm:if name="Name147" axis="ch" ptType="node" func="cnt" op="gte" val="2">
              <dgm:layoutNode name="cycle_2">
                <dgm:choose name="Name148">
                  <dgm:if name="Name149" func="var" arg="dir" op="equ" val="norm">
                    <dgm:choose name="Name150">
                      <dgm:if name="Name151" axis="ch" ptType="node" func="cnt" op="equ" val="2">
                        <dgm:choose name="Name152">
                          <dgm:if name="Name153" axis="ch ch" ptType="node node" st="2 1" cnt="1 0" func="cnt" op="equ" val="1">
                            <dgm:alg type="cycle">
                              <dgm:param type="ctrShpMap" val="fNode"/>
                              <dgm:param type="stAng" val="180"/>
                            </dgm:alg>
                          </dgm:if>
                          <dgm:if name="Name154" axis="ch ch" ptType="node node" st="2 1" cnt="1 0" func="cnt" op="equ" val="2">
                            <dgm:alg type="cycle">
                              <dgm:param type="ctrShpMap" val="fNode"/>
                              <dgm:param type="stAng" val="135"/>
                              <dgm:param type="spanAng" val="90"/>
                            </dgm:alg>
                          </dgm:if>
                          <dgm:else name="Name155">
                            <dgm:alg type="cycle">
                              <dgm:param type="ctrShpMap" val="fNode"/>
                              <dgm:param type="stAng" val="90"/>
                              <dgm:param type="spanAng" val="180"/>
                            </dgm:alg>
                          </dgm:else>
                        </dgm:choose>
                      </dgm:if>
                      <dgm:if name="Name156" axis="ch" ptType="node" func="cnt" op="equ" val="3">
                        <dgm:choose name="Name157">
                          <dgm:if name="Name158" axis="ch ch" ptType="node node" st="2 1" cnt="1 0" func="cnt" op="equ" val="1">
                            <dgm:alg type="cycle">
                              <dgm:param type="ctrShpMap" val="fNode"/>
                              <dgm:param type="stAng" val="120"/>
                              <dgm:param type="horzAlign" val="r"/>
                              <dgm:param type="vertAlign" val="b"/>
                            </dgm:alg>
                          </dgm:if>
                          <dgm:if name="Name159" axis="ch ch" ptType="node node" st="2 1" cnt="1 0" func="cnt" op="equ" val="2">
                            <dgm:alg type="cycle">
                              <dgm:param type="ctrShpMap" val="fNode"/>
                              <dgm:param type="stAng" val="75"/>
                              <dgm:param type="spanAng" val="90"/>
                              <dgm:param type="horzAlign" val="r"/>
                              <dgm:param type="vertAlign" val="b"/>
                            </dgm:alg>
                          </dgm:if>
                          <dgm:else name="Name160">
                            <dgm:alg type="cycle">
                              <dgm:param type="ctrShpMap" val="fNode"/>
                              <dgm:param type="stAng" val="30"/>
                              <dgm:param type="spanAng" val="180"/>
                            </dgm:alg>
                          </dgm:else>
                        </dgm:choose>
                      </dgm:if>
                      <dgm:if name="Name161" axis="ch" ptType="node" func="cnt" op="equ" val="4">
                        <dgm:choose name="Name162">
                          <dgm:if name="Name163" axis="ch ch" ptType="node node" st="2 1" cnt="1 0" func="cnt" op="equ" val="1">
                            <dgm:alg type="cycle">
                              <dgm:param type="ctrShpMap" val="fNode"/>
                              <dgm:param type="stAng" val="90"/>
                            </dgm:alg>
                          </dgm:if>
                          <dgm:if name="Name164" axis="ch ch" ptType="node node" st="2 1" cnt="1 0" func="cnt" op="equ" val="2">
                            <dgm:alg type="cycle">
                              <dgm:param type="ctrShpMap" val="fNode"/>
                              <dgm:param type="stAng" val="45"/>
                              <dgm:param type="spanAng" val="90"/>
                            </dgm:alg>
                          </dgm:if>
                          <dgm:else name="Name165">
                            <dgm:alg type="cycle">
                              <dgm:param type="ctrShpMap" val="fNode"/>
                              <dgm:param type="stAng" val="22.5"/>
                              <dgm:param type="spanAng" val="135"/>
                            </dgm:alg>
                          </dgm:else>
                        </dgm:choose>
                      </dgm:if>
                      <dgm:if name="Name166" axis="ch" ptType="node" func="cnt" op="equ" val="5">
                        <dgm:choose name="Name167">
                          <dgm:if name="Name168" axis="ch ch" ptType="node node" st="2 1" cnt="1 0" func="cnt" op="equ" val="1">
                            <dgm:alg type="cycle">
                              <dgm:param type="ctrShpMap" val="fNode"/>
                              <dgm:param type="stAng" val="72"/>
                            </dgm:alg>
                          </dgm:if>
                          <dgm:if name="Name169" axis="ch ch" ptType="node node" st="2 1" cnt="1 0" func="cnt" op="equ" val="2">
                            <dgm:alg type="cycle">
                              <dgm:param type="ctrShpMap" val="fNode"/>
                              <dgm:param type="stAng" val="27"/>
                              <dgm:param type="spanAng" val="90"/>
                            </dgm:alg>
                          </dgm:if>
                          <dgm:else name="Name170">
                            <dgm:alg type="cycle">
                              <dgm:param type="ctrShpMap" val="fNode"/>
                              <dgm:param type="stAng" val="0"/>
                              <dgm:param type="spanAng" val="360"/>
                            </dgm:alg>
                          </dgm:else>
                        </dgm:choose>
                      </dgm:if>
                      <dgm:if name="Name171" axis="ch" ptType="node" func="cnt" op="equ" val="6">
                        <dgm:choose name="Name172">
                          <dgm:if name="Name173" axis="ch ch" ptType="node node" st="2 1" cnt="1 0" func="cnt" op="equ" val="1">
                            <dgm:alg type="cycle">
                              <dgm:param type="ctrShpMap" val="fNode"/>
                              <dgm:param type="stAng" val="60"/>
                            </dgm:alg>
                          </dgm:if>
                          <dgm:if name="Name174" axis="ch ch" ptType="node node" st="2 1" cnt="1 0" func="cnt" op="equ" val="2">
                            <dgm:alg type="cycle">
                              <dgm:param type="ctrShpMap" val="fNode"/>
                              <dgm:param type="stAng" val="15"/>
                              <dgm:param type="spanAng" val="90"/>
                            </dgm:alg>
                          </dgm:if>
                          <dgm:else name="Name175">
                            <dgm:alg type="cycle">
                              <dgm:param type="ctrShpMap" val="fNode"/>
                              <dgm:param type="stAng" val="0"/>
                              <dgm:param type="spanAng" val="360"/>
                            </dgm:alg>
                          </dgm:else>
                        </dgm:choose>
                      </dgm:if>
                      <dgm:if name="Name176" axis="ch" ptType="node" func="cnt" op="gte" val="7">
                        <dgm:choose name="Name177">
                          <dgm:if name="Name178" axis="ch ch" ptType="node node" st="2 1" cnt="1 0" func="cnt" op="equ" val="1">
                            <dgm:alg type="cycle">
                              <dgm:param type="ctrShpMap" val="fNode"/>
                              <dgm:param type="stAng" val="51"/>
                            </dgm:alg>
                          </dgm:if>
                          <dgm:if name="Name179" axis="ch ch" ptType="node node" st="2 1" cnt="1 0" func="cnt" op="equ" val="2">
                            <dgm:alg type="cycle">
                              <dgm:param type="ctrShpMap" val="fNode"/>
                              <dgm:param type="stAng" val="6"/>
                              <dgm:param type="spanAng" val="90"/>
                            </dgm:alg>
                          </dgm:if>
                          <dgm:else name="Name180">
                            <dgm:alg type="cycle">
                              <dgm:param type="ctrShpMap" val="fNode"/>
                              <dgm:param type="stAng" val="0"/>
                              <dgm:param type="spanAng" val="360"/>
                            </dgm:alg>
                          </dgm:else>
                        </dgm:choose>
                      </dgm:if>
                      <dgm:else name="Name181"/>
                    </dgm:choose>
                  </dgm:if>
                  <dgm:else name="Name182">
                    <dgm:choose name="Name183">
                      <dgm:if name="Name184" axis="ch" ptType="node" func="cnt" op="equ" val="2">
                        <dgm:choose name="Name185">
                          <dgm:if name="Name186" axis="ch ch" ptType="node node" st="2 1" cnt="1 0" func="cnt" op="equ" val="1">
                            <dgm:alg type="cycle">
                              <dgm:param type="ctrShpMap" val="fNode"/>
                              <dgm:param type="stAng" val="180"/>
                            </dgm:alg>
                          </dgm:if>
                          <dgm:if name="Name187" axis="ch ch" ptType="node node" st="2 1" cnt="1 0" func="cnt" op="equ" val="2">
                            <dgm:alg type="cycle">
                              <dgm:param type="ctrShpMap" val="fNode"/>
                              <dgm:param type="stAng" val="225"/>
                              <dgm:param type="spanAng" val="-90"/>
                            </dgm:alg>
                          </dgm:if>
                          <dgm:else name="Name188">
                            <dgm:alg type="cycle">
                              <dgm:param type="ctrShpMap" val="fNode"/>
                              <dgm:param type="stAng" val="270"/>
                              <dgm:param type="spanAng" val="-180"/>
                            </dgm:alg>
                          </dgm:else>
                        </dgm:choose>
                      </dgm:if>
                      <dgm:if name="Name189" axis="ch" ptType="node" func="cnt" op="equ" val="3">
                        <dgm:choose name="Name190">
                          <dgm:if name="Name191" axis="ch ch" ptType="node node" st="2 1" cnt="1 0" func="cnt" op="equ" val="1">
                            <dgm:alg type="cycle">
                              <dgm:param type="ctrShpMap" val="fNode"/>
                              <dgm:param type="stAng" val="240"/>
                              <dgm:param type="horzAlign" val="l"/>
                              <dgm:param type="vertAlign" val="b"/>
                            </dgm:alg>
                          </dgm:if>
                          <dgm:if name="Name192" axis="ch ch" ptType="node node" st="2 1" cnt="1 0" func="cnt" op="equ" val="2">
                            <dgm:alg type="cycle">
                              <dgm:param type="ctrShpMap" val="fNode"/>
                              <dgm:param type="stAng" val="285"/>
                              <dgm:param type="spanAng" val="-90"/>
                              <dgm:param type="horzAlign" val="l"/>
                              <dgm:param type="vertAlign" val="b"/>
                            </dgm:alg>
                          </dgm:if>
                          <dgm:else name="Name193">
                            <dgm:alg type="cycle">
                              <dgm:param type="ctrShpMap" val="fNode"/>
                              <dgm:param type="stAng" val="330"/>
                              <dgm:param type="spanAng" val="-180"/>
                            </dgm:alg>
                          </dgm:else>
                        </dgm:choose>
                      </dgm:if>
                      <dgm:if name="Name194" axis="ch" ptType="node" func="cnt" op="equ" val="4">
                        <dgm:choose name="Name195">
                          <dgm:if name="Name196" axis="ch ch" ptType="node node" st="2 1" cnt="1 0" func="cnt" op="equ" val="1">
                            <dgm:alg type="cycle">
                              <dgm:param type="ctrShpMap" val="fNode"/>
                              <dgm:param type="stAng" val="270"/>
                            </dgm:alg>
                          </dgm:if>
                          <dgm:if name="Name197" axis="ch ch" ptType="node node" st="2 1" cnt="1 0" func="cnt" op="equ" val="2">
                            <dgm:alg type="cycle">
                              <dgm:param type="ctrShpMap" val="fNode"/>
                              <dgm:param type="stAng" val="315"/>
                              <dgm:param type="spanAng" val="-90"/>
                            </dgm:alg>
                          </dgm:if>
                          <dgm:else name="Name198">
                            <dgm:alg type="cycle">
                              <dgm:param type="ctrShpMap" val="fNode"/>
                              <dgm:param type="stAng" val="337.5"/>
                              <dgm:param type="spanAng" val="-135"/>
                            </dgm:alg>
                          </dgm:else>
                        </dgm:choose>
                      </dgm:if>
                      <dgm:if name="Name199" axis="ch" ptType="node" func="cnt" op="equ" val="5">
                        <dgm:choose name="Name200">
                          <dgm:if name="Name201" axis="ch ch" ptType="node node" st="2 1" cnt="1 0" func="cnt" op="equ" val="1">
                            <dgm:alg type="cycle">
                              <dgm:param type="ctrShpMap" val="fNode"/>
                              <dgm:param type="stAng" val="288"/>
                            </dgm:alg>
                          </dgm:if>
                          <dgm:if name="Name202" axis="ch ch" ptType="node node" st="2 1" cnt="1 0" func="cnt" op="equ" val="2">
                            <dgm:alg type="cycle">
                              <dgm:param type="ctrShpMap" val="fNode"/>
                              <dgm:param type="stAng" val="333"/>
                              <dgm:param type="spanAng" val="-90"/>
                            </dgm:alg>
                          </dgm:if>
                          <dgm:else name="Name203">
                            <dgm:alg type="cycle">
                              <dgm:param type="ctrShpMap" val="fNode"/>
                              <dgm:param type="stAng" val="0"/>
                              <dgm:param type="spanAng" val="-360"/>
                            </dgm:alg>
                          </dgm:else>
                        </dgm:choose>
                      </dgm:if>
                      <dgm:if name="Name204" axis="ch" ptType="node" func="cnt" op="equ" val="6">
                        <dgm:choose name="Name205">
                          <dgm:if name="Name206" axis="ch ch" ptType="node node" st="2 1" cnt="1 0" func="cnt" op="equ" val="1">
                            <dgm:alg type="cycle">
                              <dgm:param type="ctrShpMap" val="fNode"/>
                              <dgm:param type="stAng" val="300"/>
                            </dgm:alg>
                          </dgm:if>
                          <dgm:if name="Name207" axis="ch ch" ptType="node node" st="2 1" cnt="1 0" func="cnt" op="equ" val="2">
                            <dgm:alg type="cycle">
                              <dgm:param type="ctrShpMap" val="fNode"/>
                              <dgm:param type="stAng" val="345"/>
                              <dgm:param type="spanAng" val="-90"/>
                            </dgm:alg>
                          </dgm:if>
                          <dgm:else name="Name208">
                            <dgm:alg type="cycle">
                              <dgm:param type="ctrShpMap" val="fNode"/>
                              <dgm:param type="stAng" val="0"/>
                              <dgm:param type="spanAng" val="-360"/>
                            </dgm:alg>
                          </dgm:else>
                        </dgm:choose>
                      </dgm:if>
                      <dgm:if name="Name209" axis="ch" ptType="node" func="cnt" op="gte" val="7">
                        <dgm:choose name="Name210">
                          <dgm:if name="Name211" axis="ch ch" ptType="node node" st="2 1" cnt="1 0" func="cnt" op="equ" val="1">
                            <dgm:alg type="cycle">
                              <dgm:param type="ctrShpMap" val="fNode"/>
                              <dgm:param type="stAng" val="308"/>
                            </dgm:alg>
                          </dgm:if>
                          <dgm:if name="Name212" axis="ch ch" ptType="node node" st="2 1" cnt="1 0" func="cnt" op="equ" val="2">
                            <dgm:alg type="cycle">
                              <dgm:param type="ctrShpMap" val="fNode"/>
                              <dgm:param type="stAng" val="353"/>
                              <dgm:param type="spanAng" val="-90"/>
                            </dgm:alg>
                          </dgm:if>
                          <dgm:else name="Name213">
                            <dgm:alg type="cycle">
                              <dgm:param type="ctrShpMap" val="fNode"/>
                              <dgm:param type="stAng" val="0"/>
                              <dgm:param type="spanAng" val="-360"/>
                            </dgm:alg>
                          </dgm:else>
                        </dgm:choose>
                      </dgm:if>
                      <dgm:else name="Name214"/>
                    </dgm:choose>
                  </dgm:else>
                </dgm:choose>
                <dgm:shape xmlns:r="http://schemas.openxmlformats.org/officeDocument/2006/relationships" r:blip="">
                  <dgm:adjLst/>
                </dgm:shape>
                <dgm:presOf/>
                <dgm:constrLst>
                  <dgm:constr type="sp" refType="w" fact="0.1"/>
                  <dgm:constr type="sibSp" refType="w" fact="0.1"/>
                </dgm:constrLst>
                <dgm:forEach name="Name215" axis="ch" ptType="node" st="2" cnt="1">
                  <dgm:layoutNode name="childCenter2"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16" axis="ch">
                    <dgm:forEach name="Name217" axis="self" ptType="parTrans">
                      <dgm:layoutNode name="Name218">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19" axis="self" ptType="node">
                      <dgm:layoutNode name="text2"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20" axis="ch" ptType="parTrans" st="2" cnt="1">
                <dgm:layoutNode name="Name221">
                  <dgm:alg type="conn">
                    <dgm:param type="dim" val="1D"/>
                    <dgm:param type="begPts" val="auto"/>
                    <dgm:param type="endPts" val="auto"/>
                    <dgm:param type="endSty" val="noArr"/>
                    <dgm:param type="srcNode" val="textCenter"/>
                    <dgm:param type="dstNode" val="childCenter2"/>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22"/>
          </dgm:choose>
          <dgm:choose name="Name223">
            <dgm:if name="Name224" axis="ch" ptType="node" func="cnt" op="gte" val="3">
              <dgm:layoutNode name="cycle_3">
                <dgm:choose name="Name225">
                  <dgm:if name="Name226" func="var" arg="dir" op="equ" val="norm">
                    <dgm:choose name="Name227">
                      <dgm:if name="Name228" axis="ch" ptType="node" func="cnt" op="equ" val="3">
                        <dgm:choose name="Name229">
                          <dgm:if name="Name230" axis="ch ch" ptType="node node" st="3 1" cnt="1 0" func="cnt" op="equ" val="1">
                            <dgm:alg type="cycle">
                              <dgm:param type="ctrShpMap" val="fNode"/>
                              <dgm:param type="stAng" val="240"/>
                              <dgm:param type="horzAlign" val="l"/>
                              <dgm:param type="vertAlign" val="b"/>
                            </dgm:alg>
                          </dgm:if>
                          <dgm:if name="Name231" axis="ch ch" ptType="node node" st="3 1" cnt="1 0" func="cnt" op="equ" val="2">
                            <dgm:alg type="cycle">
                              <dgm:param type="ctrShpMap" val="fNode"/>
                              <dgm:param type="stAng" val="195"/>
                              <dgm:param type="spanAng" val="90"/>
                              <dgm:param type="horzAlign" val="l"/>
                              <dgm:param type="vertAlign" val="b"/>
                            </dgm:alg>
                          </dgm:if>
                          <dgm:else name="Name232">
                            <dgm:alg type="cycle">
                              <dgm:param type="ctrShpMap" val="fNode"/>
                              <dgm:param type="stAng" val="150"/>
                              <dgm:param type="spanAng" val="180"/>
                            </dgm:alg>
                          </dgm:else>
                        </dgm:choose>
                      </dgm:if>
                      <dgm:if name="Name233" axis="ch" ptType="node" func="cnt" op="equ" val="4">
                        <dgm:choose name="Name234">
                          <dgm:if name="Name235" axis="ch ch" ptType="node node" st="3 1" cnt="1 0" func="cnt" op="equ" val="1">
                            <dgm:alg type="cycle">
                              <dgm:param type="ctrShpMap" val="fNode"/>
                              <dgm:param type="stAng" val="180"/>
                            </dgm:alg>
                          </dgm:if>
                          <dgm:if name="Name236" axis="ch ch" ptType="node node" st="3 1" cnt="1 0" func="cnt" op="equ" val="2">
                            <dgm:alg type="cycle">
                              <dgm:param type="ctrShpMap" val="fNode"/>
                              <dgm:param type="stAng" val="135"/>
                              <dgm:param type="spanAng" val="90"/>
                            </dgm:alg>
                          </dgm:if>
                          <dgm:else name="Name237">
                            <dgm:alg type="cycle">
                              <dgm:param type="ctrShpMap" val="fNode"/>
                              <dgm:param type="stAng" val="112.5"/>
                              <dgm:param type="spanAng" val="135"/>
                            </dgm:alg>
                          </dgm:else>
                        </dgm:choose>
                      </dgm:if>
                      <dgm:if name="Name238" axis="ch" ptType="node" func="cnt" op="equ" val="5">
                        <dgm:choose name="Name239">
                          <dgm:if name="Name240" axis="ch ch" ptType="node node" st="3 1" cnt="1 0" func="cnt" op="equ" val="1">
                            <dgm:alg type="cycle">
                              <dgm:param type="ctrShpMap" val="fNode"/>
                              <dgm:param type="stAng" val="144"/>
                            </dgm:alg>
                          </dgm:if>
                          <dgm:if name="Name241" axis="ch ch" ptType="node node" st="3 1" cnt="1 0" func="cnt" op="equ" val="2">
                            <dgm:alg type="cycle">
                              <dgm:param type="ctrShpMap" val="fNode"/>
                              <dgm:param type="stAng" val="99"/>
                              <dgm:param type="spanAng" val="90"/>
                            </dgm:alg>
                          </dgm:if>
                          <dgm:else name="Name242">
                            <dgm:alg type="cycle">
                              <dgm:param type="ctrShpMap" val="fNode"/>
                              <dgm:param type="stAng" val="0"/>
                              <dgm:param type="spanAng" val="360"/>
                            </dgm:alg>
                          </dgm:else>
                        </dgm:choose>
                      </dgm:if>
                      <dgm:if name="Name243" axis="ch" ptType="node" func="cnt" op="equ" val="6">
                        <dgm:choose name="Name244">
                          <dgm:if name="Name245" axis="ch ch" ptType="node node" st="3 1" cnt="1 0" func="cnt" op="equ" val="1">
                            <dgm:alg type="cycle">
                              <dgm:param type="ctrShpMap" val="fNode"/>
                              <dgm:param type="stAng" val="120"/>
                            </dgm:alg>
                          </dgm:if>
                          <dgm:if name="Name246" axis="ch ch" ptType="node node" st="3 1" cnt="1 0" func="cnt" op="equ" val="2">
                            <dgm:alg type="cycle">
                              <dgm:param type="ctrShpMap" val="fNode"/>
                              <dgm:param type="stAng" val="75"/>
                              <dgm:param type="spanAng" val="90"/>
                            </dgm:alg>
                          </dgm:if>
                          <dgm:else name="Name247">
                            <dgm:alg type="cycle">
                              <dgm:param type="ctrShpMap" val="fNode"/>
                              <dgm:param type="stAng" val="0"/>
                              <dgm:param type="spanAng" val="360"/>
                            </dgm:alg>
                          </dgm:else>
                        </dgm:choose>
                      </dgm:if>
                      <dgm:if name="Name248" axis="ch" ptType="node" func="cnt" op="gte" val="7">
                        <dgm:choose name="Name249">
                          <dgm:if name="Name250" axis="ch ch" ptType="node node" st="3 1" cnt="1 0" func="cnt" op="equ" val="1">
                            <dgm:alg type="cycle">
                              <dgm:param type="ctrShpMap" val="fNode"/>
                              <dgm:param type="stAng" val="102"/>
                            </dgm:alg>
                          </dgm:if>
                          <dgm:if name="Name251" axis="ch ch" ptType="node node" st="3 1" cnt="1 0" func="cnt" op="equ" val="2">
                            <dgm:alg type="cycle">
                              <dgm:param type="ctrShpMap" val="fNode"/>
                              <dgm:param type="stAng" val="57"/>
                              <dgm:param type="spanAng" val="90"/>
                            </dgm:alg>
                          </dgm:if>
                          <dgm:else name="Name252">
                            <dgm:alg type="cycle">
                              <dgm:param type="ctrShpMap" val="fNode"/>
                              <dgm:param type="stAng" val="0"/>
                              <dgm:param type="spanAng" val="360"/>
                            </dgm:alg>
                          </dgm:else>
                        </dgm:choose>
                      </dgm:if>
                      <dgm:else name="Name253"/>
                    </dgm:choose>
                  </dgm:if>
                  <dgm:else name="Name254">
                    <dgm:choose name="Name255">
                      <dgm:if name="Name256" axis="ch" ptType="node" func="cnt" op="equ" val="3">
                        <dgm:choose name="Name257">
                          <dgm:if name="Name258" axis="ch ch" ptType="node node" st="3 1" cnt="1 0" func="cnt" op="equ" val="1">
                            <dgm:alg type="cycle">
                              <dgm:param type="ctrShpMap" val="fNode"/>
                              <dgm:param type="stAng" val="120"/>
                              <dgm:param type="horzAlign" val="r"/>
                              <dgm:param type="vertAlign" val="b"/>
                            </dgm:alg>
                          </dgm:if>
                          <dgm:if name="Name259" axis="ch ch" ptType="node node" st="3 1" cnt="1 0" func="cnt" op="equ" val="2">
                            <dgm:alg type="cycle">
                              <dgm:param type="ctrShpMap" val="fNode"/>
                              <dgm:param type="stAng" val="165"/>
                              <dgm:param type="spanAng" val="-90"/>
                              <dgm:param type="horzAlign" val="r"/>
                              <dgm:param type="vertAlign" val="b"/>
                            </dgm:alg>
                          </dgm:if>
                          <dgm:else name="Name260">
                            <dgm:alg type="cycle">
                              <dgm:param type="ctrShpMap" val="fNode"/>
                              <dgm:param type="stAng" val="210"/>
                              <dgm:param type="spanAng" val="-180"/>
                            </dgm:alg>
                          </dgm:else>
                        </dgm:choose>
                      </dgm:if>
                      <dgm:if name="Name261" axis="ch" ptType="node" func="cnt" op="equ" val="4">
                        <dgm:choose name="Name262">
                          <dgm:if name="Name263" axis="ch ch" ptType="node node" st="3 1" cnt="1 0" func="cnt" op="equ" val="1">
                            <dgm:alg type="cycle">
                              <dgm:param type="ctrShpMap" val="fNode"/>
                              <dgm:param type="stAng" val="180"/>
                            </dgm:alg>
                          </dgm:if>
                          <dgm:if name="Name264" axis="ch ch" ptType="node node" st="3 1" cnt="1 0" func="cnt" op="equ" val="2">
                            <dgm:alg type="cycle">
                              <dgm:param type="ctrShpMap" val="fNode"/>
                              <dgm:param type="stAng" val="225"/>
                              <dgm:param type="spanAng" val="-90"/>
                            </dgm:alg>
                          </dgm:if>
                          <dgm:else name="Name265">
                            <dgm:alg type="cycle">
                              <dgm:param type="ctrShpMap" val="fNode"/>
                              <dgm:param type="stAng" val="247.5"/>
                              <dgm:param type="spanAng" val="-135"/>
                            </dgm:alg>
                          </dgm:else>
                        </dgm:choose>
                      </dgm:if>
                      <dgm:if name="Name266" axis="ch" ptType="node" func="cnt" op="equ" val="5">
                        <dgm:choose name="Name267">
                          <dgm:if name="Name268" axis="ch ch" ptType="node node" st="3 1" cnt="1 0" func="cnt" op="equ" val="1">
                            <dgm:alg type="cycle">
                              <dgm:param type="ctrShpMap" val="fNode"/>
                              <dgm:param type="stAng" val="216"/>
                            </dgm:alg>
                          </dgm:if>
                          <dgm:if name="Name269" axis="ch ch" ptType="node node" st="3 1" cnt="1 0" func="cnt" op="equ" val="2">
                            <dgm:alg type="cycle">
                              <dgm:param type="ctrShpMap" val="fNode"/>
                              <dgm:param type="stAng" val="261"/>
                              <dgm:param type="spanAng" val="-90"/>
                            </dgm:alg>
                          </dgm:if>
                          <dgm:else name="Name270">
                            <dgm:alg type="cycle">
                              <dgm:param type="ctrShpMap" val="fNode"/>
                              <dgm:param type="stAng" val="0"/>
                              <dgm:param type="spanAng" val="-360"/>
                            </dgm:alg>
                          </dgm:else>
                        </dgm:choose>
                      </dgm:if>
                      <dgm:if name="Name271" axis="ch" ptType="node" func="cnt" op="equ" val="6">
                        <dgm:choose name="Name272">
                          <dgm:if name="Name273" axis="ch ch" ptType="node node" st="3 1" cnt="1 0" func="cnt" op="equ" val="1">
                            <dgm:alg type="cycle">
                              <dgm:param type="ctrShpMap" val="fNode"/>
                              <dgm:param type="stAng" val="240"/>
                            </dgm:alg>
                          </dgm:if>
                          <dgm:if name="Name274" axis="ch ch" ptType="node node" st="3 1" cnt="1 0" func="cnt" op="equ" val="2">
                            <dgm:alg type="cycle">
                              <dgm:param type="ctrShpMap" val="fNode"/>
                              <dgm:param type="stAng" val="285"/>
                              <dgm:param type="spanAng" val="-90"/>
                            </dgm:alg>
                          </dgm:if>
                          <dgm:else name="Name275">
                            <dgm:alg type="cycle">
                              <dgm:param type="ctrShpMap" val="fNode"/>
                              <dgm:param type="stAng" val="0"/>
                              <dgm:param type="spanAng" val="-360"/>
                            </dgm:alg>
                          </dgm:else>
                        </dgm:choose>
                      </dgm:if>
                      <dgm:if name="Name276" axis="ch" ptType="node" func="cnt" op="gte" val="7">
                        <dgm:choose name="Name277">
                          <dgm:if name="Name278" axis="ch ch" ptType="node node" st="3 1" cnt="1 0" func="cnt" op="equ" val="1">
                            <dgm:alg type="cycle">
                              <dgm:param type="ctrShpMap" val="fNode"/>
                              <dgm:param type="stAng" val="257"/>
                            </dgm:alg>
                          </dgm:if>
                          <dgm:if name="Name279" axis="ch ch" ptType="node node" st="3 1" cnt="1 0" func="cnt" op="equ" val="2">
                            <dgm:alg type="cycle">
                              <dgm:param type="ctrShpMap" val="fNode"/>
                              <dgm:param type="stAng" val="302"/>
                              <dgm:param type="spanAng" val="-90"/>
                            </dgm:alg>
                          </dgm:if>
                          <dgm:else name="Name280">
                            <dgm:alg type="cycle">
                              <dgm:param type="ctrShpMap" val="fNode"/>
                              <dgm:param type="stAng" val="0"/>
                              <dgm:param type="spanAng" val="-360"/>
                            </dgm:alg>
                          </dgm:else>
                        </dgm:choose>
                      </dgm:if>
                      <dgm:else name="Name281"/>
                    </dgm:choose>
                  </dgm:else>
                </dgm:choose>
                <dgm:shape xmlns:r="http://schemas.openxmlformats.org/officeDocument/2006/relationships" r:blip="">
                  <dgm:adjLst/>
                </dgm:shape>
                <dgm:presOf/>
                <dgm:constrLst>
                  <dgm:constr type="sp" refType="w" fact="0.1"/>
                  <dgm:constr type="sibSp" refType="w" fact="0.1"/>
                </dgm:constrLst>
                <dgm:forEach name="Name282" axis="ch" ptType="node" st="3" cnt="1">
                  <dgm:layoutNode name="childCenter3"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83" axis="ch">
                    <dgm:forEach name="Name284" axis="self" ptType="parTrans">
                      <dgm:layoutNode name="Name285">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86" axis="self" ptType="node">
                      <dgm:layoutNode name="text3"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87" axis="ch" ptType="parTrans" st="3" cnt="1">
                <dgm:layoutNode name="Name288">
                  <dgm:alg type="conn">
                    <dgm:param type="dim" val="1D"/>
                    <dgm:param type="begPts" val="auto"/>
                    <dgm:param type="endPts" val="auto"/>
                    <dgm:param type="endSty" val="noArr"/>
                    <dgm:param type="srcNode" val="textCenter"/>
                    <dgm:param type="dstNode" val="childCenter3"/>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89"/>
          </dgm:choose>
          <dgm:choose name="Name290">
            <dgm:if name="Name291" axis="ch" ptType="node" func="cnt" op="gte" val="4">
              <dgm:layoutNode name="cycle_4">
                <dgm:choose name="Name292">
                  <dgm:if name="Name293" func="var" arg="dir" op="equ" val="norm">
                    <dgm:choose name="Name294">
                      <dgm:if name="Name295" axis="ch" ptType="node" func="cnt" op="equ" val="4">
                        <dgm:choose name="Name296">
                          <dgm:if name="Name297" axis="ch ch" ptType="node node" st="4 1" cnt="1 0" func="cnt" op="equ" val="1">
                            <dgm:alg type="cycle">
                              <dgm:param type="ctrShpMap" val="fNode"/>
                              <dgm:param type="stAng" val="270"/>
                            </dgm:alg>
                          </dgm:if>
                          <dgm:if name="Name298" axis="ch ch" ptType="node node" st="4 1" cnt="1 0" func="cnt" op="equ" val="2">
                            <dgm:alg type="cycle">
                              <dgm:param type="ctrShpMap" val="fNode"/>
                              <dgm:param type="stAng" val="225"/>
                              <dgm:param type="spanAng" val="90"/>
                            </dgm:alg>
                          </dgm:if>
                          <dgm:else name="Name299">
                            <dgm:alg type="cycle">
                              <dgm:param type="ctrShpMap" val="fNode"/>
                              <dgm:param type="stAng" val="202.5"/>
                              <dgm:param type="spanAng" val="135"/>
                            </dgm:alg>
                          </dgm:else>
                        </dgm:choose>
                      </dgm:if>
                      <dgm:if name="Name300" axis="ch" ptType="node" func="cnt" op="equ" val="5">
                        <dgm:choose name="Name301">
                          <dgm:if name="Name302" axis="ch ch" ptType="node node" st="4 1" cnt="1 0" func="cnt" op="equ" val="1">
                            <dgm:alg type="cycle">
                              <dgm:param type="ctrShpMap" val="fNode"/>
                              <dgm:param type="stAng" val="216"/>
                            </dgm:alg>
                          </dgm:if>
                          <dgm:if name="Name303" axis="ch ch" ptType="node node" st="4 1" cnt="1 0" func="cnt" op="equ" val="2">
                            <dgm:alg type="cycle">
                              <dgm:param type="ctrShpMap" val="fNode"/>
                              <dgm:param type="stAng" val="171"/>
                              <dgm:param type="spanAng" val="90"/>
                            </dgm:alg>
                          </dgm:if>
                          <dgm:else name="Name304">
                            <dgm:alg type="cycle">
                              <dgm:param type="ctrShpMap" val="fNode"/>
                              <dgm:param type="stAng" val="0"/>
                              <dgm:param type="spanAng" val="360"/>
                            </dgm:alg>
                          </dgm:else>
                        </dgm:choose>
                      </dgm:if>
                      <dgm:if name="Name305" axis="ch" ptType="node" func="cnt" op="equ" val="6">
                        <dgm:choose name="Name306">
                          <dgm:if name="Name307" axis="ch ch" ptType="node node" st="4 1" cnt="1 0" func="cnt" op="equ" val="1">
                            <dgm:alg type="cycle">
                              <dgm:param type="ctrShpMap" val="fNode"/>
                              <dgm:param type="stAng" val="180"/>
                            </dgm:alg>
                          </dgm:if>
                          <dgm:if name="Name308" axis="ch ch" ptType="node node" st="4 1" cnt="1 0" func="cnt" op="equ" val="2">
                            <dgm:alg type="cycle">
                              <dgm:param type="ctrShpMap" val="fNode"/>
                              <dgm:param type="stAng" val="135"/>
                              <dgm:param type="spanAng" val="90"/>
                            </dgm:alg>
                          </dgm:if>
                          <dgm:else name="Name309">
                            <dgm:alg type="cycle">
                              <dgm:param type="ctrShpMap" val="fNode"/>
                              <dgm:param type="stAng" val="0"/>
                              <dgm:param type="spanAng" val="360"/>
                            </dgm:alg>
                          </dgm:else>
                        </dgm:choose>
                      </dgm:if>
                      <dgm:if name="Name310" axis="ch" ptType="node" func="cnt" op="gte" val="7">
                        <dgm:choose name="Name311">
                          <dgm:if name="Name312" axis="ch ch" ptType="node node" st="4 1" cnt="1 0" func="cnt" op="equ" val="1">
                            <dgm:alg type="cycle">
                              <dgm:param type="ctrShpMap" val="fNode"/>
                              <dgm:param type="stAng" val="154"/>
                            </dgm:alg>
                          </dgm:if>
                          <dgm:if name="Name313" axis="ch ch" ptType="node node" st="4 1" cnt="1 0" func="cnt" op="equ" val="2">
                            <dgm:alg type="cycle">
                              <dgm:param type="ctrShpMap" val="fNode"/>
                              <dgm:param type="stAng" val="109"/>
                              <dgm:param type="spanAng" val="90"/>
                            </dgm:alg>
                          </dgm:if>
                          <dgm:else name="Name314">
                            <dgm:alg type="cycle">
                              <dgm:param type="ctrShpMap" val="fNode"/>
                              <dgm:param type="stAng" val="0"/>
                              <dgm:param type="spanAng" val="360"/>
                            </dgm:alg>
                          </dgm:else>
                        </dgm:choose>
                      </dgm:if>
                      <dgm:else name="Name315"/>
                    </dgm:choose>
                  </dgm:if>
                  <dgm:else name="Name316">
                    <dgm:choose name="Name317">
                      <dgm:if name="Name318" axis="ch" ptType="node" func="cnt" op="equ" val="4">
                        <dgm:choose name="Name319">
                          <dgm:if name="Name320" axis="ch ch" ptType="node node" st="4 1" cnt="1 0" func="cnt" op="equ" val="1">
                            <dgm:alg type="cycle">
                              <dgm:param type="ctrShpMap" val="fNode"/>
                              <dgm:param type="stAng" val="90"/>
                            </dgm:alg>
                          </dgm:if>
                          <dgm:if name="Name321" axis="ch ch" ptType="node node" st="4 1" cnt="1 0" func="cnt" op="equ" val="2">
                            <dgm:alg type="cycle">
                              <dgm:param type="ctrShpMap" val="fNode"/>
                              <dgm:param type="stAng" val="135"/>
                              <dgm:param type="spanAng" val="-90"/>
                            </dgm:alg>
                          </dgm:if>
                          <dgm:else name="Name322">
                            <dgm:alg type="cycle">
                              <dgm:param type="ctrShpMap" val="fNode"/>
                              <dgm:param type="stAng" val="157.5"/>
                              <dgm:param type="spanAng" val="-135"/>
                            </dgm:alg>
                          </dgm:else>
                        </dgm:choose>
                      </dgm:if>
                      <dgm:if name="Name323" axis="ch" ptType="node" func="cnt" op="equ" val="5">
                        <dgm:choose name="Name324">
                          <dgm:if name="Name325" axis="ch ch" ptType="node node" st="4 1" cnt="1 0" func="cnt" op="equ" val="1">
                            <dgm:alg type="cycle">
                              <dgm:param type="ctrShpMap" val="fNode"/>
                              <dgm:param type="stAng" val="144"/>
                            </dgm:alg>
                          </dgm:if>
                          <dgm:if name="Name326" axis="ch ch" ptType="node node" st="4 1" cnt="1 0" func="cnt" op="equ" val="2">
                            <dgm:alg type="cycle">
                              <dgm:param type="ctrShpMap" val="fNode"/>
                              <dgm:param type="stAng" val="189"/>
                              <dgm:param type="spanAng" val="-90"/>
                            </dgm:alg>
                          </dgm:if>
                          <dgm:else name="Name327">
                            <dgm:alg type="cycle">
                              <dgm:param type="ctrShpMap" val="fNode"/>
                              <dgm:param type="stAng" val="0"/>
                              <dgm:param type="spanAng" val="-360"/>
                            </dgm:alg>
                          </dgm:else>
                        </dgm:choose>
                      </dgm:if>
                      <dgm:if name="Name328" axis="ch" ptType="node" func="cnt" op="equ" val="6">
                        <dgm:choose name="Name329">
                          <dgm:if name="Name330" axis="ch ch" ptType="node node" st="4 1" cnt="1 0" func="cnt" op="equ" val="1">
                            <dgm:alg type="cycle">
                              <dgm:param type="ctrShpMap" val="fNode"/>
                              <dgm:param type="stAng" val="180"/>
                            </dgm:alg>
                          </dgm:if>
                          <dgm:if name="Name331" axis="ch ch" ptType="node node" st="4 1" cnt="1 0" func="cnt" op="equ" val="2">
                            <dgm:alg type="cycle">
                              <dgm:param type="ctrShpMap" val="fNode"/>
                              <dgm:param type="stAng" val="225"/>
                              <dgm:param type="spanAng" val="-90"/>
                            </dgm:alg>
                          </dgm:if>
                          <dgm:else name="Name332">
                            <dgm:alg type="cycle">
                              <dgm:param type="ctrShpMap" val="fNode"/>
                              <dgm:param type="stAng" val="0"/>
                              <dgm:param type="spanAng" val="-360"/>
                            </dgm:alg>
                          </dgm:else>
                        </dgm:choose>
                      </dgm:if>
                      <dgm:if name="Name333" axis="ch" ptType="node" func="cnt" op="gte" val="7">
                        <dgm:choose name="Name334">
                          <dgm:if name="Name335" axis="ch ch" ptType="node node" st="4 1" cnt="1 0" func="cnt" op="equ" val="1">
                            <dgm:alg type="cycle">
                              <dgm:param type="ctrShpMap" val="fNode"/>
                              <dgm:param type="stAng" val="205"/>
                            </dgm:alg>
                          </dgm:if>
                          <dgm:if name="Name336" axis="ch ch" ptType="node node" st="4 1" cnt="1 0" func="cnt" op="equ" val="2">
                            <dgm:alg type="cycle">
                              <dgm:param type="ctrShpMap" val="fNode"/>
                              <dgm:param type="stAng" val="250"/>
                              <dgm:param type="spanAng" val="-90"/>
                            </dgm:alg>
                          </dgm:if>
                          <dgm:else name="Name337">
                            <dgm:alg type="cycle">
                              <dgm:param type="ctrShpMap" val="fNode"/>
                              <dgm:param type="stAng" val="0"/>
                              <dgm:param type="spanAng" val="-360"/>
                            </dgm:alg>
                          </dgm:else>
                        </dgm:choose>
                      </dgm:if>
                      <dgm:else name="Name338"/>
                    </dgm:choose>
                  </dgm:else>
                </dgm:choose>
                <dgm:shape xmlns:r="http://schemas.openxmlformats.org/officeDocument/2006/relationships" r:blip="">
                  <dgm:adjLst/>
                </dgm:shape>
                <dgm:presOf/>
                <dgm:constrLst>
                  <dgm:constr type="sp" refType="w" fact="0.1"/>
                  <dgm:constr type="sibSp" refType="w" fact="0.1"/>
                </dgm:constrLst>
                <dgm:forEach name="Name339" axis="ch" ptType="node" st="4" cnt="1">
                  <dgm:layoutNode name="childCenter4"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40" axis="ch">
                    <dgm:forEach name="Name341" axis="self" ptType="parTrans">
                      <dgm:layoutNode name="Name342">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43" axis="self" ptType="node">
                      <dgm:layoutNode name="text4"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44" axis="ch" ptType="parTrans" st="4" cnt="1">
                <dgm:layoutNode name="Name345">
                  <dgm:alg type="conn">
                    <dgm:param type="dim" val="1D"/>
                    <dgm:param type="begPts" val="auto"/>
                    <dgm:param type="endPts" val="auto"/>
                    <dgm:param type="endSty" val="noArr"/>
                    <dgm:param type="srcNode" val="textCenter"/>
                    <dgm:param type="dstNode" val="childCenter4"/>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46"/>
          </dgm:choose>
          <dgm:choose name="Name347">
            <dgm:if name="Name348" axis="ch" ptType="node" func="cnt" op="gte" val="5">
              <dgm:layoutNode name="cycle_5">
                <dgm:choose name="Name349">
                  <dgm:if name="Name350" func="var" arg="dir" op="equ" val="norm">
                    <dgm:choose name="Name351">
                      <dgm:if name="Name352" axis="ch" ptType="node" func="cnt" op="equ" val="5">
                        <dgm:choose name="Name353">
                          <dgm:if name="Name354" axis="ch ch" ptType="node node" st="5 1" cnt="1 0" func="cnt" op="equ" val="1">
                            <dgm:alg type="cycle">
                              <dgm:param type="ctrShpMap" val="fNode"/>
                              <dgm:param type="stAng" val="288"/>
                            </dgm:alg>
                          </dgm:if>
                          <dgm:if name="Name355" axis="ch ch" ptType="node node" st="5 1" cnt="1 0" func="cnt" op="equ" val="2">
                            <dgm:alg type="cycle">
                              <dgm:param type="ctrShpMap" val="fNode"/>
                              <dgm:param type="stAng" val="243"/>
                              <dgm:param type="spanAng" val="90"/>
                            </dgm:alg>
                          </dgm:if>
                          <dgm:else name="Name356">
                            <dgm:alg type="cycle">
                              <dgm:param type="ctrShpMap" val="fNode"/>
                              <dgm:param type="stAng" val="0"/>
                              <dgm:param type="spanAng" val="360"/>
                            </dgm:alg>
                          </dgm:else>
                        </dgm:choose>
                      </dgm:if>
                      <dgm:if name="Name357" axis="ch" ptType="node" func="cnt" op="equ" val="6">
                        <dgm:choose name="Name358">
                          <dgm:if name="Name359" axis="ch ch" ptType="node node" st="5 1" cnt="1 0" func="cnt" op="equ" val="1">
                            <dgm:alg type="cycle">
                              <dgm:param type="ctrShpMap" val="fNode"/>
                              <dgm:param type="stAng" val="240"/>
                            </dgm:alg>
                          </dgm:if>
                          <dgm:if name="Name360" axis="ch ch" ptType="node node" st="5 1" cnt="1 0" func="cnt" op="equ" val="2">
                            <dgm:alg type="cycle">
                              <dgm:param type="ctrShpMap" val="fNode"/>
                              <dgm:param type="stAng" val="195"/>
                              <dgm:param type="spanAng" val="90"/>
                            </dgm:alg>
                          </dgm:if>
                          <dgm:else name="Name361">
                            <dgm:alg type="cycle">
                              <dgm:param type="ctrShpMap" val="fNode"/>
                              <dgm:param type="stAng" val="0"/>
                              <dgm:param type="spanAng" val="360"/>
                            </dgm:alg>
                          </dgm:else>
                        </dgm:choose>
                      </dgm:if>
                      <dgm:if name="Name362" axis="ch" ptType="node" func="cnt" op="gte" val="7">
                        <dgm:choose name="Name363">
                          <dgm:if name="Name364" axis="ch ch" ptType="node node" st="5 1" cnt="1 0" func="cnt" op="equ" val="1">
                            <dgm:alg type="cycle">
                              <dgm:param type="ctrShpMap" val="fNode"/>
                              <dgm:param type="stAng" val="205"/>
                            </dgm:alg>
                          </dgm:if>
                          <dgm:if name="Name365" axis="ch ch" ptType="node node" st="5 1" cnt="1 0" func="cnt" op="equ" val="2">
                            <dgm:alg type="cycle">
                              <dgm:param type="ctrShpMap" val="fNode"/>
                              <dgm:param type="stAng" val="160"/>
                              <dgm:param type="spanAng" val="90"/>
                            </dgm:alg>
                          </dgm:if>
                          <dgm:else name="Name366">
                            <dgm:alg type="cycle">
                              <dgm:param type="ctrShpMap" val="fNode"/>
                              <dgm:param type="stAng" val="0"/>
                              <dgm:param type="spanAng" val="360"/>
                            </dgm:alg>
                          </dgm:else>
                        </dgm:choose>
                      </dgm:if>
                      <dgm:else name="Name367"/>
                    </dgm:choose>
                  </dgm:if>
                  <dgm:else name="Name368">
                    <dgm:choose name="Name369">
                      <dgm:if name="Name370" axis="ch" ptType="node" func="cnt" op="equ" val="5">
                        <dgm:choose name="Name371">
                          <dgm:if name="Name372" axis="ch ch" ptType="node node" st="5 1" cnt="1 0" func="cnt" op="equ" val="1">
                            <dgm:alg type="cycle">
                              <dgm:param type="ctrShpMap" val="fNode"/>
                              <dgm:param type="stAng" val="72"/>
                            </dgm:alg>
                          </dgm:if>
                          <dgm:if name="Name373" axis="ch ch" ptType="node node" st="5 1" cnt="1 0" func="cnt" op="equ" val="2">
                            <dgm:alg type="cycle">
                              <dgm:param type="ctrShpMap" val="fNode"/>
                              <dgm:param type="stAng" val="117"/>
                              <dgm:param type="spanAng" val="-90"/>
                            </dgm:alg>
                          </dgm:if>
                          <dgm:else name="Name374">
                            <dgm:alg type="cycle">
                              <dgm:param type="ctrShpMap" val="fNode"/>
                              <dgm:param type="stAng" val="0"/>
                              <dgm:param type="spanAng" val="-360"/>
                            </dgm:alg>
                          </dgm:else>
                        </dgm:choose>
                      </dgm:if>
                      <dgm:if name="Name375" axis="ch" ptType="node" func="cnt" op="equ" val="6">
                        <dgm:choose name="Name376">
                          <dgm:if name="Name377" axis="ch ch" ptType="node node" st="5 1" cnt="1 0" func="cnt" op="equ" val="1">
                            <dgm:alg type="cycle">
                              <dgm:param type="ctrShpMap" val="fNode"/>
                              <dgm:param type="stAng" val="120"/>
                            </dgm:alg>
                          </dgm:if>
                          <dgm:if name="Name378" axis="ch ch" ptType="node node" st="5 1" cnt="1 0" func="cnt" op="equ" val="2">
                            <dgm:alg type="cycle">
                              <dgm:param type="ctrShpMap" val="fNode"/>
                              <dgm:param type="stAng" val="165"/>
                              <dgm:param type="spanAng" val="-90"/>
                            </dgm:alg>
                          </dgm:if>
                          <dgm:else name="Name379">
                            <dgm:alg type="cycle">
                              <dgm:param type="ctrShpMap" val="fNode"/>
                              <dgm:param type="stAng" val="0"/>
                              <dgm:param type="spanAng" val="-360"/>
                            </dgm:alg>
                          </dgm:else>
                        </dgm:choose>
                      </dgm:if>
                      <dgm:if name="Name380" axis="ch" ptType="node" func="cnt" op="gte" val="7">
                        <dgm:choose name="Name381">
                          <dgm:if name="Name382" axis="ch ch" ptType="node node" st="5 1" cnt="1 0" func="cnt" op="equ" val="1">
                            <dgm:alg type="cycle">
                              <dgm:param type="ctrShpMap" val="fNode"/>
                              <dgm:param type="stAng" val="154"/>
                            </dgm:alg>
                          </dgm:if>
                          <dgm:if name="Name383" axis="ch ch" ptType="node node" st="5 1" cnt="1 0" func="cnt" op="equ" val="2">
                            <dgm:alg type="cycle">
                              <dgm:param type="ctrShpMap" val="fNode"/>
                              <dgm:param type="stAng" val="199"/>
                              <dgm:param type="spanAng" val="-90"/>
                            </dgm:alg>
                          </dgm:if>
                          <dgm:else name="Name384">
                            <dgm:alg type="cycle">
                              <dgm:param type="ctrShpMap" val="fNode"/>
                              <dgm:param type="stAng" val="0"/>
                              <dgm:param type="spanAng" val="-360"/>
                            </dgm:alg>
                          </dgm:else>
                        </dgm:choose>
                      </dgm:if>
                      <dgm:else name="Name385"/>
                    </dgm:choose>
                  </dgm:else>
                </dgm:choose>
                <dgm:shape xmlns:r="http://schemas.openxmlformats.org/officeDocument/2006/relationships" r:blip="">
                  <dgm:adjLst/>
                </dgm:shape>
                <dgm:presOf/>
                <dgm:constrLst>
                  <dgm:constr type="sp" refType="w" fact="0.1"/>
                  <dgm:constr type="sibSp" refType="w" fact="0.1"/>
                </dgm:constrLst>
                <dgm:forEach name="Name386" axis="ch" ptType="node" st="5" cnt="1">
                  <dgm:layoutNode name="childCenter5"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87" axis="ch">
                    <dgm:forEach name="Name388" axis="self" ptType="parTrans">
                      <dgm:layoutNode name="Name38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90" axis="self" ptType="node">
                      <dgm:layoutNode name="text5"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91" axis="ch" ptType="parTrans" st="5" cnt="1">
                <dgm:layoutNode name="Name392">
                  <dgm:alg type="conn">
                    <dgm:param type="dim" val="1D"/>
                    <dgm:param type="begPts" val="auto"/>
                    <dgm:param type="endPts" val="auto"/>
                    <dgm:param type="endSty" val="noArr"/>
                    <dgm:param type="srcNode" val="textCenter"/>
                    <dgm:param type="dstNode" val="childCenter5"/>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93"/>
          </dgm:choose>
          <dgm:choose name="Name394">
            <dgm:if name="Name395" axis="ch" ptType="node" func="cnt" op="gte" val="6">
              <dgm:layoutNode name="cycle_6">
                <dgm:choose name="Name396">
                  <dgm:if name="Name397" func="var" arg="dir" op="equ" val="norm">
                    <dgm:choose name="Name398">
                      <dgm:if name="Name399" axis="ch" ptType="node" func="cnt" op="equ" val="6">
                        <dgm:choose name="Name400">
                          <dgm:if name="Name401" axis="ch ch" ptType="node node" st="6 1" cnt="1 0" func="cnt" op="equ" val="1">
                            <dgm:alg type="cycle">
                              <dgm:param type="ctrShpMap" val="fNode"/>
                              <dgm:param type="stAng" val="300"/>
                            </dgm:alg>
                          </dgm:if>
                          <dgm:if name="Name402" axis="ch ch" ptType="node node" st="6 1" cnt="1 0" func="cnt" op="equ" val="2">
                            <dgm:alg type="cycle">
                              <dgm:param type="ctrShpMap" val="fNode"/>
                              <dgm:param type="stAng" val="255"/>
                              <dgm:param type="spanAng" val="90"/>
                            </dgm:alg>
                          </dgm:if>
                          <dgm:else name="Name403">
                            <dgm:alg type="cycle">
                              <dgm:param type="ctrShpMap" val="fNode"/>
                              <dgm:param type="stAng" val="0"/>
                              <dgm:param type="spanAng" val="360"/>
                            </dgm:alg>
                          </dgm:else>
                        </dgm:choose>
                      </dgm:if>
                      <dgm:if name="Name404" axis="ch" ptType="node" func="cnt" op="gte" val="7">
                        <dgm:choose name="Name405">
                          <dgm:if name="Name406" axis="ch ch" ptType="node node" st="6 1" cnt="1 0" func="cnt" op="equ" val="1">
                            <dgm:alg type="cycle">
                              <dgm:param type="ctrShpMap" val="fNode"/>
                              <dgm:param type="stAng" val="257"/>
                            </dgm:alg>
                          </dgm:if>
                          <dgm:if name="Name407" axis="ch ch" ptType="node node" st="6 1" cnt="1 0" func="cnt" op="equ" val="2">
                            <dgm:alg type="cycle">
                              <dgm:param type="ctrShpMap" val="fNode"/>
                              <dgm:param type="stAng" val="212"/>
                              <dgm:param type="spanAng" val="90"/>
                            </dgm:alg>
                          </dgm:if>
                          <dgm:else name="Name408">
                            <dgm:alg type="cycle">
                              <dgm:param type="ctrShpMap" val="fNode"/>
                              <dgm:param type="stAng" val="0"/>
                              <dgm:param type="spanAng" val="360"/>
                            </dgm:alg>
                          </dgm:else>
                        </dgm:choose>
                      </dgm:if>
                      <dgm:else name="Name409"/>
                    </dgm:choose>
                  </dgm:if>
                  <dgm:else name="Name410">
                    <dgm:choose name="Name411">
                      <dgm:if name="Name412" axis="ch" ptType="node" func="cnt" op="equ" val="6">
                        <dgm:choose name="Name413">
                          <dgm:if name="Name414" axis="ch ch" ptType="node node" st="6 1" cnt="1 0" func="cnt" op="equ" val="1">
                            <dgm:alg type="cycle">
                              <dgm:param type="ctrShpMap" val="fNode"/>
                              <dgm:param type="stAng" val="60"/>
                            </dgm:alg>
                          </dgm:if>
                          <dgm:if name="Name415" axis="ch ch" ptType="node node" st="6 1" cnt="1 0" func="cnt" op="equ" val="2">
                            <dgm:alg type="cycle">
                              <dgm:param type="ctrShpMap" val="fNode"/>
                              <dgm:param type="stAng" val="105"/>
                              <dgm:param type="spanAng" val="-90"/>
                            </dgm:alg>
                          </dgm:if>
                          <dgm:else name="Name416">
                            <dgm:alg type="cycle">
                              <dgm:param type="ctrShpMap" val="fNode"/>
                              <dgm:param type="stAng" val="0"/>
                              <dgm:param type="spanAng" val="-360"/>
                            </dgm:alg>
                          </dgm:else>
                        </dgm:choose>
                      </dgm:if>
                      <dgm:if name="Name417" axis="ch" ptType="node" func="cnt" op="gte" val="7">
                        <dgm:choose name="Name418">
                          <dgm:if name="Name419" axis="ch ch" ptType="node node" st="6 1" cnt="1 0" func="cnt" op="equ" val="1">
                            <dgm:alg type="cycle">
                              <dgm:param type="ctrShpMap" val="fNode"/>
                              <dgm:param type="stAng" val="102"/>
                            </dgm:alg>
                          </dgm:if>
                          <dgm:if name="Name420" axis="ch ch" ptType="node node" st="6 1" cnt="1 0" func="cnt" op="equ" val="2">
                            <dgm:alg type="cycle">
                              <dgm:param type="ctrShpMap" val="fNode"/>
                              <dgm:param type="stAng" val="147"/>
                              <dgm:param type="spanAng" val="-90"/>
                            </dgm:alg>
                          </dgm:if>
                          <dgm:else name="Name421">
                            <dgm:alg type="cycle">
                              <dgm:param type="ctrShpMap" val="fNode"/>
                              <dgm:param type="stAng" val="0"/>
                              <dgm:param type="spanAng" val="-360"/>
                            </dgm:alg>
                          </dgm:else>
                        </dgm:choose>
                      </dgm:if>
                      <dgm:else name="Name422"/>
                    </dgm:choose>
                  </dgm:else>
                </dgm:choose>
                <dgm:shape xmlns:r="http://schemas.openxmlformats.org/officeDocument/2006/relationships" r:blip="">
                  <dgm:adjLst/>
                </dgm:shape>
                <dgm:presOf/>
                <dgm:constrLst>
                  <dgm:constr type="sp" refType="w" fact="0.1"/>
                  <dgm:constr type="sibSp" refType="w" fact="0.1"/>
                </dgm:constrLst>
                <dgm:forEach name="Name423" axis="ch" ptType="node" st="6" cnt="1">
                  <dgm:layoutNode name="childCenter6"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24" axis="ch">
                    <dgm:forEach name="Name425" axis="self" ptType="parTrans">
                      <dgm:layoutNode name="Name42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27" axis="self" ptType="node">
                      <dgm:layoutNode name="text6"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28" axis="ch" ptType="parTrans" st="6" cnt="1">
                <dgm:layoutNode name="Name429">
                  <dgm:alg type="conn">
                    <dgm:param type="dim" val="1D"/>
                    <dgm:param type="begPts" val="auto"/>
                    <dgm:param type="endPts" val="auto"/>
                    <dgm:param type="endSty" val="noArr"/>
                    <dgm:param type="srcNode" val="textCenter"/>
                    <dgm:param type="dstNode" val="childCenter6"/>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30"/>
          </dgm:choose>
          <dgm:choose name="Name431">
            <dgm:if name="Name432" axis="ch" ptType="node" func="cnt" op="gte" val="7">
              <dgm:layoutNode name="cycle_7">
                <dgm:choose name="Name433">
                  <dgm:if name="Name434" func="var" arg="dir" op="equ" val="norm">
                    <dgm:choose name="Name435">
                      <dgm:if name="Name436" axis="ch" ptType="node" func="cnt" op="gte" val="7">
                        <dgm:choose name="Name437">
                          <dgm:if name="Name438" axis="ch ch" ptType="node node" st="7 1" cnt="1 0" func="cnt" op="equ" val="1">
                            <dgm:alg type="cycle">
                              <dgm:param type="ctrShpMap" val="fNode"/>
                              <dgm:param type="stAng" val="308"/>
                            </dgm:alg>
                          </dgm:if>
                          <dgm:if name="Name439" axis="ch ch" ptType="node node" st="7 1" cnt="1 0" func="cnt" op="equ" val="2">
                            <dgm:alg type="cycle">
                              <dgm:param type="ctrShpMap" val="fNode"/>
                              <dgm:param type="stAng" val="263"/>
                              <dgm:param type="spanAng" val="90"/>
                            </dgm:alg>
                          </dgm:if>
                          <dgm:else name="Name440">
                            <dgm:alg type="cycle">
                              <dgm:param type="ctrShpMap" val="fNode"/>
                              <dgm:param type="stAng" val="0"/>
                              <dgm:param type="spanAng" val="360"/>
                            </dgm:alg>
                          </dgm:else>
                        </dgm:choose>
                      </dgm:if>
                      <dgm:else name="Name441"/>
                    </dgm:choose>
                  </dgm:if>
                  <dgm:else name="Name442">
                    <dgm:choose name="Name443">
                      <dgm:if name="Name444" axis="ch" ptType="node" func="cnt" op="gte" val="7">
                        <dgm:choose name="Name445">
                          <dgm:if name="Name446" axis="ch ch" ptType="node node" st="7 1" cnt="1 0" func="cnt" op="equ" val="1">
                            <dgm:alg type="cycle">
                              <dgm:param type="ctrShpMap" val="fNode"/>
                              <dgm:param type="stAng" val="51"/>
                            </dgm:alg>
                          </dgm:if>
                          <dgm:if name="Name447" axis="ch ch" ptType="node node" st="7 1" cnt="1 0" func="cnt" op="equ" val="2">
                            <dgm:alg type="cycle">
                              <dgm:param type="ctrShpMap" val="fNode"/>
                              <dgm:param type="stAng" val="96"/>
                              <dgm:param type="spanAng" val="-90"/>
                            </dgm:alg>
                          </dgm:if>
                          <dgm:else name="Name448">
                            <dgm:alg type="cycle">
                              <dgm:param type="ctrShpMap" val="fNode"/>
                              <dgm:param type="stAng" val="0"/>
                              <dgm:param type="spanAng" val="-360"/>
                            </dgm:alg>
                          </dgm:else>
                        </dgm:choose>
                      </dgm:if>
                      <dgm:else name="Name449"/>
                    </dgm:choose>
                  </dgm:else>
                </dgm:choose>
                <dgm:shape xmlns:r="http://schemas.openxmlformats.org/officeDocument/2006/relationships" r:blip="">
                  <dgm:adjLst/>
                </dgm:shape>
                <dgm:presOf/>
                <dgm:constrLst>
                  <dgm:constr type="sp" refType="w" fact="0.1"/>
                  <dgm:constr type="sibSp" refType="w" fact="0.1"/>
                </dgm:constrLst>
                <dgm:forEach name="Name450" axis="ch" ptType="node" st="7" cnt="1">
                  <dgm:layoutNode name="childCenter7"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51" axis="ch">
                    <dgm:forEach name="Name452" axis="self" ptType="parTrans">
                      <dgm:layoutNode name="Name453">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54" axis="self" ptType="node">
                      <dgm:layoutNode name="text7"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55" axis="ch" ptType="parTrans" st="7" cnt="1">
                <dgm:layoutNode name="Name456">
                  <dgm:alg type="conn">
                    <dgm:param type="dim" val="1D"/>
                    <dgm:param type="begPts" val="auto"/>
                    <dgm:param type="endPts" val="auto"/>
                    <dgm:param type="endSty" val="noArr"/>
                    <dgm:param type="srcNode" val="textCenter"/>
                    <dgm:param type="dstNode" val="childCenter7"/>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5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3EAD9F-76EB-41C3-9F60-0CF276987344}" type="datetimeFigureOut">
              <a:rPr lang="en-US" smtClean="0"/>
              <a:t>3/28/2025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BD9021-CF77-48FA-B0DD-38D10B0B6EAF}" type="slidenum">
              <a:rPr lang="en-US" smtClean="0"/>
              <a:t>‹#›</a:t>
            </a:fld>
            <a:endParaRPr lang="en-US"/>
          </a:p>
        </p:txBody>
      </p:sp>
    </p:spTree>
    <p:extLst>
      <p:ext uri="{BB962C8B-B14F-4D97-AF65-F5344CB8AC3E}">
        <p14:creationId xmlns:p14="http://schemas.microsoft.com/office/powerpoint/2010/main" val="6439394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hemeOverride" Target="../theme/themeOverride3.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4.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grpSp>
        <p:nvGrpSpPr>
          <p:cNvPr id="14" name="Group 13"/>
          <p:cNvGrpSpPr/>
          <p:nvPr/>
        </p:nvGrpSpPr>
        <p:grpSpPr>
          <a:xfrm>
            <a:off x="-1588" y="0"/>
            <a:ext cx="12193588" cy="6861555"/>
            <a:chOff x="-1588" y="0"/>
            <a:chExt cx="12193588" cy="6861555"/>
          </a:xfrm>
        </p:grpSpPr>
        <p:sp>
          <p:nvSpPr>
            <p:cNvPr id="9" name="Rectangle 8"/>
            <p:cNvSpPr/>
            <p:nvPr/>
          </p:nvSpPr>
          <p:spPr>
            <a:xfrm>
              <a:off x="0" y="0"/>
              <a:ext cx="12192000" cy="6858000"/>
            </a:xfrm>
            <a:prstGeom prst="rect">
              <a:avLst/>
            </a:prstGeom>
            <a:blipFill>
              <a:blip r:embed="rId3">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a:prstGeom prst="rect">
            <a:avLst/>
          </a:prstGeo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tx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rot="5400000">
            <a:off x="10158984" y="1792224"/>
            <a:ext cx="990599" cy="304799"/>
          </a:xfrm>
        </p:spPr>
        <p:txBody>
          <a:bodyPr/>
          <a:lstStyle>
            <a:lvl1pPr algn="l">
              <a:defRPr b="0">
                <a:solidFill>
                  <a:schemeClr val="bg1"/>
                </a:solidFill>
              </a:defRPr>
            </a:lvl1pPr>
          </a:lstStyle>
          <a:p>
            <a:fld id="{31E34E4E-BD9A-4787-92FC-5204A1F6F806}" type="datetime1">
              <a:rPr lang="en-US" smtClean="0"/>
              <a:t>3/28/2025</a:t>
            </a:fld>
            <a:endParaRPr lang="en-US" dirty="0"/>
          </a:p>
        </p:txBody>
      </p:sp>
      <p:sp>
        <p:nvSpPr>
          <p:cNvPr id="5" name="Footer Placeholder 4"/>
          <p:cNvSpPr>
            <a:spLocks noGrp="1"/>
          </p:cNvSpPr>
          <p:nvPr>
            <p:ph type="ftr" sz="quarter" idx="11"/>
          </p:nvPr>
        </p:nvSpPr>
        <p:spPr>
          <a:xfrm rot="5400000">
            <a:off x="8951976" y="3227832"/>
            <a:ext cx="3867912" cy="310896"/>
          </a:xfrm>
        </p:spPr>
        <p:txBody>
          <a:bodyPr/>
          <a:lstStyle>
            <a:lvl1pPr>
              <a:defRPr sz="1000" b="0">
                <a:solidFill>
                  <a:schemeClr val="bg1"/>
                </a:solidFill>
              </a:defRPr>
            </a:lvl1pPr>
          </a:lstStyle>
          <a:p>
            <a:r>
              <a:rPr lang="en-US" dirty="0"/>
              <a:t>Jash A. Savsani</a:t>
            </a:r>
          </a:p>
        </p:txBody>
      </p:sp>
      <p:sp>
        <p:nvSpPr>
          <p:cNvPr id="8" name="Rectangle 7"/>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1008" y="292608"/>
            <a:ext cx="838199" cy="767687"/>
          </a:xfrm>
        </p:spPr>
        <p:txBody>
          <a:bodyPr/>
          <a:lstStyle>
            <a:lvl1pPr>
              <a:defRPr sz="2800" b="0" i="0">
                <a:latin typeface="+mj-lt"/>
              </a:defRPr>
            </a:lvl1pPr>
          </a:lstStyle>
          <a:p>
            <a:fld id="{9B618960-8005-486C-9A75-10CB2AAC16F9}" type="slidenum">
              <a:rPr lang="en-US" smtClean="0"/>
              <a:pPr/>
              <a:t>‹#›</a:t>
            </a:fld>
            <a:endParaRPr lang="en-US" dirty="0"/>
          </a:p>
        </p:txBody>
      </p:sp>
    </p:spTree>
    <p:extLst>
      <p:ext uri="{BB962C8B-B14F-4D97-AF65-F5344CB8AC3E}">
        <p14:creationId xmlns:p14="http://schemas.microsoft.com/office/powerpoint/2010/main" val="509606629"/>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9"/>
            <a:ext cx="8825659" cy="706964"/>
          </a:xfrm>
          <a:prstGeom prst="rect">
            <a:avLst/>
          </a:prstGeom>
        </p:spPr>
        <p:txBody>
          <a:bodyPr anchor="ct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7362E5-5ACF-47D0-A880-8E46279EF564}" type="datetime1">
              <a:rPr lang="en-US" smtClean="0"/>
              <a:t>3/28/2025</a:t>
            </a:fld>
            <a:endParaRPr lang="en-US"/>
          </a:p>
        </p:txBody>
      </p:sp>
      <p:sp>
        <p:nvSpPr>
          <p:cNvPr id="5" name="Footer Placeholder 4"/>
          <p:cNvSpPr>
            <a:spLocks noGrp="1"/>
          </p:cNvSpPr>
          <p:nvPr>
            <p:ph type="ftr" sz="quarter" idx="11"/>
          </p:nvPr>
        </p:nvSpPr>
        <p:spPr/>
        <p:txBody>
          <a:bodyPr/>
          <a:lstStyle>
            <a:lvl1pPr>
              <a:defRPr sz="1000" b="1"/>
            </a:lvl1pPr>
          </a:lstStyle>
          <a:p>
            <a:r>
              <a:rPr lang="en-US" dirty="0"/>
              <a:t>Jash A. Savsani</a:t>
            </a:r>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597748647"/>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3">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Rectangle 8"/>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9192"/>
            <a:ext cx="4343400" cy="2286000"/>
          </a:xfrm>
          <a:prstGeom prst="rect">
            <a:avLst/>
          </a:prstGeom>
        </p:spPr>
        <p:txBody>
          <a:bodyPr anchor="ctr" anchorCtr="0"/>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4576" y="2679192"/>
            <a:ext cx="3758184" cy="2286000"/>
          </a:xfrm>
        </p:spPr>
        <p:txBody>
          <a:bodyPr anchor="ctr" anchorCtr="0"/>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EABBCC3-AE0D-435A-A444-ED985B3684AE}" type="datetime1">
              <a:rPr lang="en-US" smtClean="0"/>
              <a:t>3/28/2025</a:t>
            </a:fld>
            <a:endParaRPr lang="en-US"/>
          </a:p>
        </p:txBody>
      </p:sp>
      <p:sp>
        <p:nvSpPr>
          <p:cNvPr id="5" name="Footer Placeholder 4"/>
          <p:cNvSpPr>
            <a:spLocks noGrp="1"/>
          </p:cNvSpPr>
          <p:nvPr>
            <p:ph type="ftr" sz="quarter" idx="11"/>
          </p:nvPr>
        </p:nvSpPr>
        <p:spPr/>
        <p:txBody>
          <a:bodyPr/>
          <a:lstStyle>
            <a:lvl1pPr>
              <a:defRPr sz="1000" b="1"/>
            </a:lvl1pPr>
          </a:lstStyle>
          <a:p>
            <a:r>
              <a:rPr lang="en-US" dirty="0"/>
              <a:t>Jash A. Savsani</a:t>
            </a:r>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pic>
        <p:nvPicPr>
          <p:cNvPr id="11" name="Picture 10">
            <a:extLst>
              <a:ext uri="{FF2B5EF4-FFF2-40B4-BE49-F238E27FC236}">
                <a16:creationId xmlns:a16="http://schemas.microsoft.com/office/drawing/2014/main" id="{147EE10F-C113-4973-8C4E-653D18330511}"/>
              </a:ext>
            </a:extLst>
          </p:cNvPr>
          <p:cNvPicPr>
            <a:picLocks noChangeAspect="1"/>
          </p:cNvPicPr>
          <p:nvPr userDrawn="1"/>
        </p:nvPicPr>
        <p:blipFill>
          <a:blip r:embed="rId4">
            <a:duotone>
              <a:schemeClr val="accent1">
                <a:shade val="45000"/>
                <a:satMod val="135000"/>
              </a:schemeClr>
              <a:prstClr val="white"/>
            </a:duotone>
          </a:blip>
          <a:stretch>
            <a:fillRect/>
          </a:stretch>
        </p:blipFill>
        <p:spPr>
          <a:xfrm>
            <a:off x="10352540" y="5264867"/>
            <a:ext cx="1811349" cy="1811349"/>
          </a:xfrm>
          <a:prstGeom prst="rect">
            <a:avLst/>
          </a:prstGeom>
        </p:spPr>
      </p:pic>
    </p:spTree>
    <p:extLst>
      <p:ext uri="{BB962C8B-B14F-4D97-AF65-F5344CB8AC3E}">
        <p14:creationId xmlns:p14="http://schemas.microsoft.com/office/powerpoint/2010/main" val="2460628661"/>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154953" y="969264"/>
            <a:ext cx="8825659" cy="704088"/>
          </a:xfrm>
          <a:prstGeom prst="rect">
            <a:avLst/>
          </a:prstGeom>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8032"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76" y="2603500"/>
            <a:ext cx="4828032"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53F6EF5-311C-4E25-9858-5248A7A28B21}" type="datetime1">
              <a:rPr lang="en-US" smtClean="0"/>
              <a:t>3/28/2025</a:t>
            </a:fld>
            <a:endParaRPr lang="en-US"/>
          </a:p>
        </p:txBody>
      </p:sp>
      <p:sp>
        <p:nvSpPr>
          <p:cNvPr id="6" name="Footer Placeholder 5"/>
          <p:cNvSpPr>
            <a:spLocks noGrp="1"/>
          </p:cNvSpPr>
          <p:nvPr>
            <p:ph type="ftr" sz="quarter" idx="11"/>
          </p:nvPr>
        </p:nvSpPr>
        <p:spPr/>
        <p:txBody>
          <a:bodyPr/>
          <a:lstStyle/>
          <a:p>
            <a:r>
              <a:rPr lang="en-US" dirty="0"/>
              <a:t>Jash A. Savsani</a:t>
            </a:r>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843970219"/>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154954" y="969264"/>
            <a:ext cx="8825659" cy="704088"/>
          </a:xfrm>
          <a:prstGeom prst="rect">
            <a:avLst/>
          </a:prstGeo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6040"/>
            <a:ext cx="4828032"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98448"/>
            <a:ext cx="4828032" cy="284378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76" y="2606040"/>
            <a:ext cx="4828032"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1" y="3187921"/>
            <a:ext cx="4825160" cy="285431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09B3A0-5AD3-4470-BB43-ADE0B988CD35}" type="datetime1">
              <a:rPr lang="en-US" smtClean="0"/>
              <a:t>3/28/2025</a:t>
            </a:fld>
            <a:endParaRPr lang="en-US"/>
          </a:p>
        </p:txBody>
      </p:sp>
      <p:sp>
        <p:nvSpPr>
          <p:cNvPr id="8" name="Footer Placeholder 7"/>
          <p:cNvSpPr>
            <a:spLocks noGrp="1"/>
          </p:cNvSpPr>
          <p:nvPr>
            <p:ph type="ftr" sz="quarter" idx="11"/>
          </p:nvPr>
        </p:nvSpPr>
        <p:spPr/>
        <p:txBody>
          <a:bodyPr/>
          <a:lstStyle/>
          <a:p>
            <a:r>
              <a:rPr lang="en-US" dirty="0"/>
              <a:t>Jash A. Savsani</a:t>
            </a:r>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660145215"/>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52144" y="969264"/>
            <a:ext cx="8825659" cy="704088"/>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4439414-174C-4365-8D70-6831A9ADC929}" type="datetime1">
              <a:rPr lang="en-US" smtClean="0"/>
              <a:t>3/28/2025</a:t>
            </a:fld>
            <a:endParaRPr lang="en-US"/>
          </a:p>
        </p:txBody>
      </p:sp>
      <p:sp>
        <p:nvSpPr>
          <p:cNvPr id="4" name="Footer Placeholder 3"/>
          <p:cNvSpPr>
            <a:spLocks noGrp="1"/>
          </p:cNvSpPr>
          <p:nvPr>
            <p:ph type="ftr" sz="quarter" idx="11"/>
          </p:nvPr>
        </p:nvSpPr>
        <p:spPr/>
        <p:txBody>
          <a:bodyPr/>
          <a:lstStyle/>
          <a:p>
            <a:r>
              <a:rPr lang="en-US" dirty="0"/>
              <a:t>Jash A. Savsani</a:t>
            </a:r>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3633731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AF694CA-FF3B-426B-AD1F-39E542CCB936}" type="datetime1">
              <a:rPr lang="en-US" smtClean="0"/>
              <a:t>3/28/2025</a:t>
            </a:fld>
            <a:endParaRPr lang="en-US"/>
          </a:p>
        </p:txBody>
      </p:sp>
      <p:sp>
        <p:nvSpPr>
          <p:cNvPr id="3" name="Footer Placeholder 2"/>
          <p:cNvSpPr>
            <a:spLocks noGrp="1"/>
          </p:cNvSpPr>
          <p:nvPr>
            <p:ph type="ftr" sz="quarter" idx="11"/>
          </p:nvPr>
        </p:nvSpPr>
        <p:spPr/>
        <p:txBody>
          <a:bodyPr/>
          <a:lstStyle/>
          <a:p>
            <a:r>
              <a:rPr lang="en-US" dirty="0"/>
              <a:t>Jash A. Savsani</a:t>
            </a:r>
          </a:p>
        </p:txBody>
      </p:sp>
      <p:sp>
        <p:nvSpPr>
          <p:cNvPr id="6" name="Rectangle 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6537489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8" name="Group 17"/>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3" y="1298448"/>
            <a:ext cx="2793159" cy="1597152"/>
          </a:xfrm>
          <a:prstGeom prst="rect">
            <a:avLst/>
          </a:prstGeo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79008" y="1447800"/>
            <a:ext cx="5195997"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3" y="3129280"/>
            <a:ext cx="2793159" cy="2895599"/>
          </a:xfrm>
        </p:spPr>
        <p:txBody>
          <a:bodyPr/>
          <a:lstStyle>
            <a:lvl1pPr marL="0" indent="0">
              <a:buNone/>
              <a:defRPr sz="14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FE9F272-112C-4226-8FF5-E0740C5CFF65}" type="datetime1">
              <a:rPr lang="en-US" smtClean="0"/>
              <a:t>3/28/2025</a:t>
            </a:fld>
            <a:endParaRPr lang="en-US"/>
          </a:p>
        </p:txBody>
      </p:sp>
      <p:sp>
        <p:nvSpPr>
          <p:cNvPr id="6" name="Footer Placeholder 5"/>
          <p:cNvSpPr>
            <a:spLocks noGrp="1"/>
          </p:cNvSpPr>
          <p:nvPr>
            <p:ph type="ftr" sz="quarter" idx="11"/>
          </p:nvPr>
        </p:nvSpPr>
        <p:spPr/>
        <p:txBody>
          <a:bodyPr/>
          <a:lstStyle/>
          <a:p>
            <a:r>
              <a:rPr lang="en-US" dirty="0"/>
              <a:t>Jash A. Savsani</a:t>
            </a:r>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281378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18" name="Group 17"/>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59" cy="1735668"/>
          </a:xfrm>
          <a:prstGeom prst="rect">
            <a:avLst/>
          </a:prstGeo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E50AD10-E297-44A7-9135-37DDC60DC475}" type="datetime1">
              <a:rPr lang="en-US" smtClean="0"/>
              <a:t>3/28/2025</a:t>
            </a:fld>
            <a:endParaRPr lang="en-US"/>
          </a:p>
        </p:txBody>
      </p:sp>
      <p:sp>
        <p:nvSpPr>
          <p:cNvPr id="6" name="Footer Placeholder 5"/>
          <p:cNvSpPr>
            <a:spLocks noGrp="1"/>
          </p:cNvSpPr>
          <p:nvPr>
            <p:ph type="ftr" sz="quarter" idx="11"/>
          </p:nvPr>
        </p:nvSpPr>
        <p:spPr/>
        <p:txBody>
          <a:bodyPr/>
          <a:lstStyle/>
          <a:p>
            <a:r>
              <a:rPr lang="en-US" dirty="0"/>
              <a:t>Jash A. Savsani</a:t>
            </a:r>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3127566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grpSp>
        <p:nvGrpSpPr>
          <p:cNvPr id="17" name="Group 16"/>
          <p:cNvGrpSpPr/>
          <p:nvPr/>
        </p:nvGrpSpPr>
        <p:grpSpPr>
          <a:xfrm>
            <a:off x="-1588" y="0"/>
            <a:ext cx="12193588" cy="6861555"/>
            <a:chOff x="-1588" y="0"/>
            <a:chExt cx="12193588" cy="6861555"/>
          </a:xfrm>
        </p:grpSpPr>
        <p:sp>
          <p:nvSpPr>
            <p:cNvPr id="11" name="Rectangle 10"/>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7" y="4969927"/>
            <a:ext cx="8825657" cy="566738"/>
          </a:xfrm>
          <a:prstGeom prst="rect">
            <a:avLst/>
          </a:prstGeo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7" y="5536665"/>
            <a:ext cx="8825656" cy="493712"/>
          </a:xfrm>
        </p:spPr>
        <p:txBody>
          <a:bodyPr>
            <a:normAutofit/>
          </a:bodyPr>
          <a:lstStyle>
            <a:lvl1pPr marL="0" indent="0">
              <a:buNone/>
              <a:defRPr sz="12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8CB37A6-8C73-4D66-98B8-D0209B4C6476}" type="datetime1">
              <a:rPr lang="en-US" smtClean="0"/>
              <a:t>3/28/2025</a:t>
            </a:fld>
            <a:endParaRPr lang="en-US"/>
          </a:p>
        </p:txBody>
      </p:sp>
      <p:sp>
        <p:nvSpPr>
          <p:cNvPr id="6" name="Footer Placeholder 5"/>
          <p:cNvSpPr>
            <a:spLocks noGrp="1"/>
          </p:cNvSpPr>
          <p:nvPr>
            <p:ph type="ftr" sz="quarter" idx="11"/>
          </p:nvPr>
        </p:nvSpPr>
        <p:spPr/>
        <p:txBody>
          <a:bodyPr/>
          <a:lstStyle/>
          <a:p>
            <a:r>
              <a:rPr lang="en-US" dirty="0"/>
              <a:t>Jash A. Savsani</a:t>
            </a:r>
          </a:p>
        </p:txBody>
      </p:sp>
      <p:sp>
        <p:nvSpPr>
          <p:cNvPr id="12" name="Rectangle 1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dirty="0"/>
          </a:p>
        </p:txBody>
      </p:sp>
    </p:spTree>
    <p:extLst>
      <p:ext uri="{BB962C8B-B14F-4D97-AF65-F5344CB8AC3E}">
        <p14:creationId xmlns:p14="http://schemas.microsoft.com/office/powerpoint/2010/main" val="28598129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16" name="Group 15"/>
          <p:cNvGrpSpPr/>
          <p:nvPr/>
        </p:nvGrpSpPr>
        <p:grpSpPr>
          <a:xfrm>
            <a:off x="-1588" y="0"/>
            <a:ext cx="12193588" cy="6861555"/>
            <a:chOff x="-1588" y="0"/>
            <a:chExt cx="12193588" cy="6861555"/>
          </a:xfrm>
        </p:grpSpPr>
        <p:sp>
          <p:nvSpPr>
            <p:cNvPr id="10" name="Rectangle 9"/>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0704"/>
            <a:ext cx="8833104" cy="1371600"/>
          </a:xfrm>
          <a:prstGeom prst="rect">
            <a:avLst/>
          </a:prstGeom>
        </p:spPr>
        <p:txBody>
          <a:bodyPr anchor="ctr" anchorCtr="0"/>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2144" y="3547872"/>
            <a:ext cx="8825659" cy="2478024"/>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015C6EBB-CF3E-4BC0-AC48-FFF5D13FE0A5}" type="datetime1">
              <a:rPr lang="en-US" smtClean="0"/>
              <a:t>3/28/2025</a:t>
            </a:fld>
            <a:endParaRPr lang="en-US"/>
          </a:p>
        </p:txBody>
      </p:sp>
      <p:sp>
        <p:nvSpPr>
          <p:cNvPr id="5" name="Footer Placeholder 4"/>
          <p:cNvSpPr>
            <a:spLocks noGrp="1"/>
          </p:cNvSpPr>
          <p:nvPr>
            <p:ph type="ftr" sz="quarter" idx="11"/>
          </p:nvPr>
        </p:nvSpPr>
        <p:spPr/>
        <p:txBody>
          <a:bodyPr/>
          <a:lstStyle/>
          <a:p>
            <a:r>
              <a:rPr lang="en-US" dirty="0"/>
              <a:t>Jash A. Savsani</a:t>
            </a:r>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dirty="0"/>
          </a:p>
        </p:txBody>
      </p:sp>
    </p:spTree>
    <p:extLst>
      <p:ext uri="{BB962C8B-B14F-4D97-AF65-F5344CB8AC3E}">
        <p14:creationId xmlns:p14="http://schemas.microsoft.com/office/powerpoint/2010/main" val="15083368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7" name="Group 6"/>
          <p:cNvGrpSpPr/>
          <p:nvPr/>
        </p:nvGrpSpPr>
        <p:grpSpPr>
          <a:xfrm>
            <a:off x="-1588" y="0"/>
            <a:ext cx="12193588" cy="6861555"/>
            <a:chOff x="-1588" y="0"/>
            <a:chExt cx="12193588" cy="6861555"/>
          </a:xfrm>
        </p:grpSpPr>
        <p:sp>
          <p:nvSpPr>
            <p:cNvPr id="16" name="Rectangle 15"/>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Oval 17"/>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7"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2" name="TextBox 11"/>
          <p:cNvSpPr txBox="1"/>
          <p:nvPr/>
        </p:nvSpPr>
        <p:spPr bwMode="gray">
          <a:xfrm>
            <a:off x="898295" y="596767"/>
            <a:ext cx="801912" cy="156966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cs typeface="Arial"/>
              </a:defRPr>
            </a:lvl1pPr>
          </a:lstStyle>
          <a:p>
            <a:pPr lvl="0"/>
            <a:r>
              <a:rPr lang="en-US" sz="9600" dirty="0">
                <a:solidFill>
                  <a:schemeClr val="tx2">
                    <a:lumMod val="40000"/>
                    <a:lumOff val="60000"/>
                  </a:schemeClr>
                </a:solidFill>
              </a:rPr>
              <a:t>“</a:t>
            </a:r>
          </a:p>
        </p:txBody>
      </p:sp>
      <p:sp>
        <p:nvSpPr>
          <p:cNvPr id="15" name="TextBox 14"/>
          <p:cNvSpPr txBox="1"/>
          <p:nvPr/>
        </p:nvSpPr>
        <p:spPr bwMode="gray">
          <a:xfrm>
            <a:off x="9715063" y="2629300"/>
            <a:ext cx="801912" cy="156966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cs typeface="Arial"/>
              </a:defRPr>
            </a:lvl1pPr>
          </a:lstStyle>
          <a:p>
            <a:pPr lvl="0"/>
            <a:r>
              <a:rPr lang="en-US" sz="9600" dirty="0">
                <a:solidFill>
                  <a:schemeClr val="tx2">
                    <a:lumMod val="40000"/>
                    <a:lumOff val="60000"/>
                  </a:schemeClr>
                </a:solidFill>
              </a:rPr>
              <a:t>”</a:t>
            </a:r>
          </a:p>
        </p:txBody>
      </p:sp>
      <p:sp>
        <p:nvSpPr>
          <p:cNvPr id="2" name="Title 1"/>
          <p:cNvSpPr>
            <a:spLocks noGrp="1"/>
          </p:cNvSpPr>
          <p:nvPr>
            <p:ph type="title"/>
          </p:nvPr>
        </p:nvSpPr>
        <p:spPr>
          <a:xfrm>
            <a:off x="1574801" y="980517"/>
            <a:ext cx="8460983" cy="2698249"/>
          </a:xfrm>
          <a:prstGeom prst="rect">
            <a:avLst/>
          </a:prstGeom>
        </p:spPr>
        <p:txBody>
          <a:bodyPr anchor="ctr" anchorCtr="0"/>
          <a:lstStyle>
            <a:lvl1pPr>
              <a:defRPr sz="4000"/>
            </a:lvl1pPr>
          </a:lstStyle>
          <a:p>
            <a:r>
              <a:rPr lang="en-US"/>
              <a:t>Click to edit Master title style</a:t>
            </a:r>
            <a:endParaRPr lang="en-US" dirty="0"/>
          </a:p>
        </p:txBody>
      </p:sp>
      <p:sp>
        <p:nvSpPr>
          <p:cNvPr id="11" name="Text Placeholder 3"/>
          <p:cNvSpPr>
            <a:spLocks noGrp="1"/>
          </p:cNvSpPr>
          <p:nvPr>
            <p:ph type="body" sz="half" idx="14"/>
          </p:nvPr>
        </p:nvSpPr>
        <p:spPr bwMode="gray">
          <a:xfrm>
            <a:off x="1945945" y="3679987"/>
            <a:ext cx="7725772" cy="342174"/>
          </a:xfrm>
        </p:spPr>
        <p:txBody>
          <a:bodyPr vert="horz" lIns="91440" tIns="45720" rIns="91440" bIns="45720" rtlCol="0" anchor="t">
            <a:normAutofit/>
          </a:bodyPr>
          <a:lstStyle>
            <a:lvl1pPr>
              <a:buNone/>
              <a:defRPr lang="en-US" sz="1400" cap="small" dirty="0">
                <a:solidFill>
                  <a:schemeClr val="tx2">
                    <a:lumMod val="40000"/>
                    <a:lumOff val="60000"/>
                  </a:schemeClr>
                </a:solidFill>
                <a:latin typeface="+mn-lt"/>
              </a:defRPr>
            </a:lvl1pPr>
          </a:lstStyle>
          <a:p>
            <a:pPr marL="0" lvl="0" indent="0">
              <a:buNone/>
            </a:pPr>
            <a:r>
              <a:rPr lang="en-US"/>
              <a:t>Click to edit Master text styles</a:t>
            </a:r>
          </a:p>
        </p:txBody>
      </p:sp>
      <p:sp>
        <p:nvSpPr>
          <p:cNvPr id="10" name="Text Placeholder 3"/>
          <p:cNvSpPr>
            <a:spLocks noGrp="1"/>
          </p:cNvSpPr>
          <p:nvPr>
            <p:ph type="body" sz="half" idx="2"/>
          </p:nvPr>
        </p:nvSpPr>
        <p:spPr>
          <a:xfrm>
            <a:off x="1154954" y="5029198"/>
            <a:ext cx="8825659" cy="997858"/>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A53A983-DF74-4EA4-8A7C-D19A4CB1E77C}" type="datetime1">
              <a:rPr lang="en-US" smtClean="0"/>
              <a:t>3/28/2025</a:t>
            </a:fld>
            <a:endParaRPr lang="en-US"/>
          </a:p>
        </p:txBody>
      </p:sp>
      <p:sp>
        <p:nvSpPr>
          <p:cNvPr id="5" name="Footer Placeholder 4"/>
          <p:cNvSpPr>
            <a:spLocks noGrp="1"/>
          </p:cNvSpPr>
          <p:nvPr>
            <p:ph type="ftr" sz="quarter" idx="11"/>
          </p:nvPr>
        </p:nvSpPr>
        <p:spPr/>
        <p:txBody>
          <a:bodyPr/>
          <a:lstStyle/>
          <a:p>
            <a:r>
              <a:rPr lang="en-US" dirty="0"/>
              <a:t>Jash A. Savsani</a:t>
            </a:r>
          </a:p>
        </p:txBody>
      </p:sp>
      <p:sp>
        <p:nvSpPr>
          <p:cNvPr id="23" name="Rectangle 2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dirty="0"/>
          </a:p>
        </p:txBody>
      </p:sp>
    </p:spTree>
    <p:extLst>
      <p:ext uri="{BB962C8B-B14F-4D97-AF65-F5344CB8AC3E}">
        <p14:creationId xmlns:p14="http://schemas.microsoft.com/office/powerpoint/2010/main" val="32046199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16" name="Group 15"/>
          <p:cNvGrpSpPr/>
          <p:nvPr/>
        </p:nvGrpSpPr>
        <p:grpSpPr>
          <a:xfrm>
            <a:off x="-1588" y="0"/>
            <a:ext cx="12193588" cy="6861555"/>
            <a:chOff x="-1588" y="0"/>
            <a:chExt cx="12193588" cy="6861555"/>
          </a:xfrm>
        </p:grpSpPr>
        <p:sp>
          <p:nvSpPr>
            <p:cNvPr id="11" name="Rectangle 10"/>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3525"/>
            <a:ext cx="8865623" cy="1819656"/>
          </a:xfrm>
          <a:prstGeom prst="rect">
            <a:avLst/>
          </a:prstGeo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9200"/>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4A3161-B1EB-439E-B938-982FD5D6B40D}" type="datetime1">
              <a:rPr lang="en-US" smtClean="0"/>
              <a:t>3/28/2025</a:t>
            </a:fld>
            <a:endParaRPr lang="en-US"/>
          </a:p>
        </p:txBody>
      </p:sp>
      <p:sp>
        <p:nvSpPr>
          <p:cNvPr id="5" name="Footer Placeholder 4"/>
          <p:cNvSpPr>
            <a:spLocks noGrp="1"/>
          </p:cNvSpPr>
          <p:nvPr>
            <p:ph type="ftr" sz="quarter" idx="11"/>
          </p:nvPr>
        </p:nvSpPr>
        <p:spPr/>
        <p:txBody>
          <a:bodyPr/>
          <a:lstStyle/>
          <a:p>
            <a:r>
              <a:rPr lang="en-US" dirty="0"/>
              <a:t>Jash A. Savsani</a:t>
            </a:r>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3239411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3129168"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4" y="3179764"/>
            <a:ext cx="3129168"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5380"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4"/>
            <a:ext cx="3145380"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6700" y="2595032"/>
            <a:ext cx="3161029" cy="58473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6700" y="3179764"/>
            <a:ext cx="3161029"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384991" y="2603500"/>
            <a:ext cx="32564" cy="3423554"/>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5824" y="2603500"/>
            <a:ext cx="0" cy="3423554"/>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2FC22CC3-2BA4-460C-8F25-B887302E6AE9}" type="datetime1">
              <a:rPr lang="en-US" smtClean="0"/>
              <a:t>3/28/2025</a:t>
            </a:fld>
            <a:endParaRPr lang="en-US"/>
          </a:p>
        </p:txBody>
      </p:sp>
      <p:sp>
        <p:nvSpPr>
          <p:cNvPr id="8" name="Footer Placeholder 7"/>
          <p:cNvSpPr>
            <a:spLocks noGrp="1"/>
          </p:cNvSpPr>
          <p:nvPr>
            <p:ph type="ftr" sz="quarter" idx="11"/>
          </p:nvPr>
        </p:nvSpPr>
        <p:spPr/>
        <p:txBody>
          <a:bodyPr/>
          <a:lstStyle/>
          <a:p>
            <a:r>
              <a:rPr lang="en-US" dirty="0"/>
              <a:t>Jash A. Savsani</a:t>
            </a:r>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dirty="0"/>
          </a:p>
        </p:txBody>
      </p:sp>
    </p:spTree>
    <p:extLst>
      <p:ext uri="{BB962C8B-B14F-4D97-AF65-F5344CB8AC3E}">
        <p14:creationId xmlns:p14="http://schemas.microsoft.com/office/powerpoint/2010/main" val="15528876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nchor="ctr" anchorCtr="0"/>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5"/>
            <a:ext cx="3050438" cy="576260"/>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1334552" y="2610916"/>
            <a:ext cx="2691242" cy="1584094"/>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7"/>
            <a:ext cx="3050438"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2"/>
            <a:ext cx="30504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474846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68865" y="5109108"/>
            <a:ext cx="3050438" cy="91257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3433" y="4532842"/>
            <a:ext cx="30504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3433" y="5109107"/>
            <a:ext cx="3050438" cy="91794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384245" y="2603500"/>
            <a:ext cx="1" cy="3461811"/>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7352" y="2603500"/>
            <a:ext cx="0" cy="3461811"/>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A2DF034-5217-4DA8-A443-1C3636D12679}" type="datetime1">
              <a:rPr lang="en-US" smtClean="0"/>
              <a:t>3/28/2025</a:t>
            </a:fld>
            <a:endParaRPr lang="en-US"/>
          </a:p>
        </p:txBody>
      </p:sp>
      <p:sp>
        <p:nvSpPr>
          <p:cNvPr id="8" name="Footer Placeholder 7"/>
          <p:cNvSpPr>
            <a:spLocks noGrp="1"/>
          </p:cNvSpPr>
          <p:nvPr>
            <p:ph type="ftr" sz="quarter" idx="11"/>
          </p:nvPr>
        </p:nvSpPr>
        <p:spPr/>
        <p:txBody>
          <a:bodyPr/>
          <a:lstStyle/>
          <a:p>
            <a:r>
              <a:rPr lang="en-US" dirty="0"/>
              <a:t>Jash A. Savsani</a:t>
            </a:r>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dirty="0"/>
          </a:p>
        </p:txBody>
      </p:sp>
    </p:spTree>
    <p:extLst>
      <p:ext uri="{BB962C8B-B14F-4D97-AF65-F5344CB8AC3E}">
        <p14:creationId xmlns:p14="http://schemas.microsoft.com/office/powerpoint/2010/main" val="32547200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595033"/>
            <a:ext cx="8825659" cy="3424768"/>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6CBA9A-52D4-420A-80EE-7E554842B1A8}" type="datetime1">
              <a:rPr lang="en-US" smtClean="0"/>
              <a:t>3/28/2025</a:t>
            </a:fld>
            <a:endParaRPr lang="en-US"/>
          </a:p>
        </p:txBody>
      </p:sp>
      <p:sp>
        <p:nvSpPr>
          <p:cNvPr id="5" name="Footer Placeholder 4"/>
          <p:cNvSpPr>
            <a:spLocks noGrp="1"/>
          </p:cNvSpPr>
          <p:nvPr>
            <p:ph type="ftr" sz="quarter" idx="11"/>
          </p:nvPr>
        </p:nvSpPr>
        <p:spPr/>
        <p:txBody>
          <a:bodyPr/>
          <a:lstStyle/>
          <a:p>
            <a:r>
              <a:rPr lang="en-US" dirty="0"/>
              <a:t>Jash A. Savsani</a:t>
            </a:r>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7840385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8" name="Group 7"/>
          <p:cNvGrpSpPr/>
          <p:nvPr/>
        </p:nvGrpSpPr>
        <p:grpSpPr>
          <a:xfrm>
            <a:off x="-1588" y="0"/>
            <a:ext cx="12193588" cy="6861555"/>
            <a:chOff x="-1588" y="0"/>
            <a:chExt cx="12193588" cy="6861555"/>
          </a:xfrm>
        </p:grpSpPr>
        <p:sp>
          <p:nvSpPr>
            <p:cNvPr id="15" name="Rectangle 14"/>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Rectangle 12"/>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76756" y="1278466"/>
            <a:ext cx="1441567" cy="4748591"/>
          </a:xfrm>
          <a:prstGeom prst="rect">
            <a:avLst/>
          </a:prstGeo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5"/>
            <a:ext cx="6256025" cy="474859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B35D288-8995-4763-9B2A-CE15FB717F5F}" type="datetime1">
              <a:rPr lang="en-US" smtClean="0"/>
              <a:t>3/28/2025</a:t>
            </a:fld>
            <a:endParaRPr lang="en-US"/>
          </a:p>
        </p:txBody>
      </p:sp>
      <p:sp>
        <p:nvSpPr>
          <p:cNvPr id="5" name="Footer Placeholder 4"/>
          <p:cNvSpPr>
            <a:spLocks noGrp="1"/>
          </p:cNvSpPr>
          <p:nvPr>
            <p:ph type="ftr" sz="quarter" idx="11"/>
          </p:nvPr>
        </p:nvSpPr>
        <p:spPr/>
        <p:txBody>
          <a:bodyPr/>
          <a:lstStyle/>
          <a:p>
            <a:r>
              <a:rPr lang="en-US" dirty="0"/>
              <a:t>Jash A. Savsani</a:t>
            </a:r>
          </a:p>
        </p:txBody>
      </p:sp>
      <p:sp>
        <p:nvSpPr>
          <p:cNvPr id="20" name="Rectangle 1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1907366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1"/>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19">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Oval 20"/>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4"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7"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2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30"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412639" y="6486851"/>
            <a:ext cx="1205547" cy="356008"/>
          </a:xfrm>
          <a:prstGeom prst="rect">
            <a:avLst/>
          </a:prstGeom>
          <a:ln>
            <a:solidFill>
              <a:schemeClr val="accent1">
                <a:lumMod val="60000"/>
                <a:lumOff val="40000"/>
              </a:schemeClr>
            </a:solidFill>
          </a:ln>
        </p:spPr>
        <p:txBody>
          <a:bodyPr vert="horz" lIns="91440" tIns="45720" rIns="91440" bIns="45720" rtlCol="0" anchor="ctr" anchorCtr="0"/>
          <a:lstStyle>
            <a:lvl1pPr algn="r">
              <a:defRPr sz="1400" b="1" i="0">
                <a:solidFill>
                  <a:schemeClr val="accent1"/>
                </a:solidFill>
              </a:defRPr>
            </a:lvl1pPr>
          </a:lstStyle>
          <a:p>
            <a:fld id="{D17665BC-D61D-4CB4-B0D5-75467D36C2C7}" type="datetime1">
              <a:rPr lang="en-US" smtClean="0"/>
              <a:t>3/28/2025</a:t>
            </a:fld>
            <a:endParaRPr lang="en-US" dirty="0"/>
          </a:p>
        </p:txBody>
      </p:sp>
      <p:sp>
        <p:nvSpPr>
          <p:cNvPr id="5" name="Footer Placeholder 4"/>
          <p:cNvSpPr>
            <a:spLocks noGrp="1"/>
          </p:cNvSpPr>
          <p:nvPr>
            <p:ph type="ftr" sz="quarter" idx="3"/>
          </p:nvPr>
        </p:nvSpPr>
        <p:spPr>
          <a:xfrm>
            <a:off x="0" y="6524691"/>
            <a:ext cx="3867912" cy="340983"/>
          </a:xfrm>
          <a:prstGeom prst="rect">
            <a:avLst/>
          </a:prstGeom>
          <a:ln>
            <a:solidFill>
              <a:schemeClr val="accent1">
                <a:lumMod val="60000"/>
                <a:lumOff val="40000"/>
              </a:schemeClr>
            </a:solidFill>
          </a:ln>
        </p:spPr>
        <p:txBody>
          <a:bodyPr vert="horz" lIns="91440" tIns="45720" rIns="91440" bIns="45720" rtlCol="0" anchor="ctr" anchorCtr="0"/>
          <a:lstStyle>
            <a:lvl1pPr algn="l">
              <a:defRPr sz="1400" b="1" i="0">
                <a:solidFill>
                  <a:schemeClr val="accent1"/>
                </a:solidFill>
              </a:defRPr>
            </a:lvl1pPr>
          </a:lstStyle>
          <a:p>
            <a:r>
              <a:rPr lang="en-US" dirty="0"/>
              <a:t>Jash A. Savsani</a:t>
            </a:r>
          </a:p>
        </p:txBody>
      </p:sp>
      <p:sp>
        <p:nvSpPr>
          <p:cNvPr id="29" name="Rectangle 2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9B618960-8005-486C-9A75-10CB2AAC16F9}" type="slidenum">
              <a:rPr lang="en-US" smtClean="0"/>
              <a:t>‹#›</a:t>
            </a:fld>
            <a:endParaRPr lang="en-US" dirty="0"/>
          </a:p>
        </p:txBody>
      </p:sp>
      <p:pic>
        <p:nvPicPr>
          <p:cNvPr id="1026" name="Picture 2" descr="Darshan University - YouTube">
            <a:extLst>
              <a:ext uri="{FF2B5EF4-FFF2-40B4-BE49-F238E27FC236}">
                <a16:creationId xmlns:a16="http://schemas.microsoft.com/office/drawing/2014/main" id="{CEB1C043-CCA6-429D-97DA-6A184876AC6B}"/>
              </a:ext>
            </a:extLst>
          </p:cNvPr>
          <p:cNvPicPr>
            <a:picLocks noChangeAspect="1" noChangeArrowheads="1"/>
          </p:cNvPicPr>
          <p:nvPr userDrawn="1"/>
        </p:nvPicPr>
        <p:blipFill rotWithShape="1">
          <a:blip r:embed="rId20">
            <a:duotone>
              <a:schemeClr val="accent1">
                <a:shade val="45000"/>
                <a:satMod val="135000"/>
              </a:schemeClr>
              <a:prstClr val="white"/>
            </a:duotone>
            <a:extLst>
              <a:ext uri="{28A0092B-C50C-407E-A947-70E740481C1C}">
                <a14:useLocalDpi xmlns:a14="http://schemas.microsoft.com/office/drawing/2010/main" val="0"/>
              </a:ext>
            </a:extLst>
          </a:blip>
          <a:srcRect t="13778" b="14343"/>
          <a:stretch/>
        </p:blipFill>
        <p:spPr bwMode="auto">
          <a:xfrm>
            <a:off x="11037046" y="5952182"/>
            <a:ext cx="1154954" cy="890677"/>
          </a:xfrm>
          <a:prstGeom prst="rect">
            <a:avLst/>
          </a:prstGeom>
          <a:noFill/>
          <a:ln>
            <a:solidFill>
              <a:schemeClr val="tx2">
                <a:lumMod val="60000"/>
                <a:lumOff val="40000"/>
              </a:schemeClr>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8914234"/>
      </p:ext>
    </p:extLst>
  </p:cSld>
  <p:clrMap bg1="lt1" tx1="dk1" bg2="lt2" tx2="dk2" accent1="accent1" accent2="accent2" accent3="accent3" accent4="accent4" accent5="accent5" accent6="accent6" hlink="hlink" folHlink="folHlink"/>
  <p:sldLayoutIdLst>
    <p:sldLayoutId id="2147483862" r:id="rId1"/>
    <p:sldLayoutId id="2147483863" r:id="rId2"/>
    <p:sldLayoutId id="2147483864" r:id="rId3"/>
    <p:sldLayoutId id="2147483865" r:id="rId4"/>
    <p:sldLayoutId id="2147483866" r:id="rId5"/>
    <p:sldLayoutId id="2147483867" r:id="rId6"/>
    <p:sldLayoutId id="2147483868" r:id="rId7"/>
    <p:sldLayoutId id="2147483869" r:id="rId8"/>
    <p:sldLayoutId id="2147483870" r:id="rId9"/>
    <p:sldLayoutId id="2147483871" r:id="rId10"/>
    <p:sldLayoutId id="2147483872" r:id="rId11"/>
    <p:sldLayoutId id="2147483873" r:id="rId12"/>
    <p:sldLayoutId id="2147483874" r:id="rId13"/>
    <p:sldLayoutId id="2147483875" r:id="rId14"/>
    <p:sldLayoutId id="2147483876" r:id="rId15"/>
    <p:sldLayoutId id="2147483877" r:id="rId16"/>
    <p:sldLayoutId id="2147483878" r:id="rId17"/>
  </p:sldLayoutIdLst>
  <p:hf hdr="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bg2">
              <a:lumMod val="7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bg2">
              <a:lumMod val="7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bg2">
              <a:lumMod val="7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bg2">
              <a:lumMod val="7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bg2">
              <a:lumMod val="7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1.xml"/><Relationship Id="rId1" Type="http://schemas.openxmlformats.org/officeDocument/2006/relationships/themeOverride" Target="../theme/themeOverride6.xml"/><Relationship Id="rId5" Type="http://schemas.openxmlformats.org/officeDocument/2006/relationships/image" Target="../media/image2.png"/><Relationship Id="rId4" Type="http://schemas.openxmlformats.org/officeDocument/2006/relationships/image" Target="../media/image5.jpeg"/></Relationships>
</file>

<file path=ppt/slides/_rels/slide2.xml.rels><?xml version="1.0" encoding="UTF-8" standalone="yes"?>
<Relationships xmlns="http://schemas.openxmlformats.org/package/2006/relationships"><Relationship Id="rId8" Type="http://schemas.openxmlformats.org/officeDocument/2006/relationships/hyperlink" Target="https://en.wikipedia.org/wiki/Computer_hardware" TargetMode="External"/><Relationship Id="rId3" Type="http://schemas.openxmlformats.org/officeDocument/2006/relationships/hyperlink" Target="https://en.wikipedia.org/wiki/Information_security" TargetMode="External"/><Relationship Id="rId7" Type="http://schemas.openxmlformats.org/officeDocument/2006/relationships/hyperlink" Target="https://en.wikipedia.org/wiki/Threat_(security)" TargetMode="External"/><Relationship Id="rId12" Type="http://schemas.openxmlformats.org/officeDocument/2006/relationships/image" Target="../media/image6.jpeg"/><Relationship Id="rId2" Type="http://schemas.openxmlformats.org/officeDocument/2006/relationships/slideLayout" Target="../slideLayouts/slideLayout2.xml"/><Relationship Id="rId1" Type="http://schemas.openxmlformats.org/officeDocument/2006/relationships/themeOverride" Target="../theme/themeOverride7.xml"/><Relationship Id="rId6" Type="http://schemas.openxmlformats.org/officeDocument/2006/relationships/hyperlink" Target="https://en.wikipedia.org/wiki/Computer_network" TargetMode="External"/><Relationship Id="rId11" Type="http://schemas.openxmlformats.org/officeDocument/2006/relationships/hyperlink" Target="https://en.wikipedia.org/wiki/Service_(economics)" TargetMode="External"/><Relationship Id="rId5" Type="http://schemas.openxmlformats.org/officeDocument/2006/relationships/hyperlink" Target="https://en.wikipedia.org/wiki/System" TargetMode="External"/><Relationship Id="rId10" Type="http://schemas.openxmlformats.org/officeDocument/2006/relationships/hyperlink" Target="https://en.wikipedia.org/wiki/Data_(computing)" TargetMode="External"/><Relationship Id="rId4" Type="http://schemas.openxmlformats.org/officeDocument/2006/relationships/hyperlink" Target="https://en.wikipedia.org/wiki/Computer_software" TargetMode="External"/><Relationship Id="rId9" Type="http://schemas.openxmlformats.org/officeDocument/2006/relationships/hyperlink" Target="https://en.wikipedia.org/wiki/Softwar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7.jpeg"/><Relationship Id="rId7" Type="http://schemas.openxmlformats.org/officeDocument/2006/relationships/diagramColors" Target="../diagrams/colors1.xml"/><Relationship Id="rId2" Type="http://schemas.openxmlformats.org/officeDocument/2006/relationships/slideLayout" Target="../slideLayouts/slideLayout2.xml"/><Relationship Id="rId1" Type="http://schemas.openxmlformats.org/officeDocument/2006/relationships/themeOverride" Target="../theme/themeOverride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en.wikipedia.org/wiki/Information_security"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hyperlink" Target="https://en.wikipedia.org/wiki/Attack_(computing)" TargetMode="External"/><Relationship Id="rId7" Type="http://schemas.openxmlformats.org/officeDocument/2006/relationships/diagramQuickStyle" Target="../diagrams/quickStyle2.xml"/><Relationship Id="rId2" Type="http://schemas.openxmlformats.org/officeDocument/2006/relationships/hyperlink" Target="https://en.wikipedia.org/wiki/Countermeasure_(computer)" TargetMode="External"/><Relationship Id="rId1" Type="http://schemas.openxmlformats.org/officeDocument/2006/relationships/slideLayout" Target="../slideLayouts/slideLayout2.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8.jpeg"/><Relationship Id="rId9" Type="http://schemas.microsoft.com/office/2007/relationships/diagramDrawing" Target="../diagrams/drawing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en.wikipedia.org/wiki/Trusted_platform_module" TargetMode="External"/><Relationship Id="rId2" Type="http://schemas.openxmlformats.org/officeDocument/2006/relationships/hyperlink" Target="https://en.wikipedia.org/wiki/Dongle" TargetMode="Externa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slideLayout" Target="../slideLayouts/slideLayout2.xml"/><Relationship Id="rId7" Type="http://schemas.openxmlformats.org/officeDocument/2006/relationships/diagramColors" Target="../diagrams/colors3.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 Id="rId9"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hyperlink" Target="https://en.wikipedia.org/wiki/Common_Criteria" TargetMode="External"/><Relationship Id="rId2" Type="http://schemas.openxmlformats.org/officeDocument/2006/relationships/hyperlink" Target="https://en.wikipedia.org/wiki/Security-evaluated_operating_system" TargetMode="Externa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17.xml.rels><?xml version="1.0" encoding="UTF-8" standalone="yes"?>
<Relationships xmlns="http://schemas.openxmlformats.org/package/2006/relationships"><Relationship Id="rId3" Type="http://schemas.openxmlformats.org/officeDocument/2006/relationships/hyperlink" Target="https://en.wikipedia.org/wiki/Secure_by_design" TargetMode="External"/><Relationship Id="rId7" Type="http://schemas.openxmlformats.org/officeDocument/2006/relationships/image" Target="../media/image12.jpeg"/><Relationship Id="rId2" Type="http://schemas.openxmlformats.org/officeDocument/2006/relationships/hyperlink" Target="https://en.wikipedia.org/wiki/Secure_coding" TargetMode="External"/><Relationship Id="rId1" Type="http://schemas.openxmlformats.org/officeDocument/2006/relationships/slideLayout" Target="../slideLayouts/slideLayout2.xml"/><Relationship Id="rId6" Type="http://schemas.openxmlformats.org/officeDocument/2006/relationships/hyperlink" Target="https://en.wikipedia.org/wiki/Cryptographic_protocol" TargetMode="External"/><Relationship Id="rId5" Type="http://schemas.openxmlformats.org/officeDocument/2006/relationships/hyperlink" Target="https://en.wikipedia.org/wiki/Algorithms" TargetMode="External"/><Relationship Id="rId4" Type="http://schemas.openxmlformats.org/officeDocument/2006/relationships/hyperlink" Target="https://en.wikipedia.org/wiki/Correctness_(computer_scienc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1549710" y="1283858"/>
            <a:ext cx="7766936" cy="1646302"/>
          </a:xfrm>
        </p:spPr>
        <p:txBody>
          <a:bodyPr/>
          <a:lstStyle/>
          <a:p>
            <a:pPr algn="ctr"/>
            <a:r>
              <a:rPr lang="en-US" i="1" u="sng" dirty="0">
                <a:solidFill>
                  <a:schemeClr val="tx2">
                    <a:lumMod val="40000"/>
                    <a:lumOff val="60000"/>
                  </a:schemeClr>
                </a:solidFill>
              </a:rPr>
              <a:t>CYBERSECURITY TRENDS &amp; THREATS IN 2025</a:t>
            </a:r>
            <a:endParaRPr lang="en-US" dirty="0"/>
          </a:p>
        </p:txBody>
      </p:sp>
      <p:sp>
        <p:nvSpPr>
          <p:cNvPr id="3" name="Subtitle 2"/>
          <p:cNvSpPr>
            <a:spLocks noGrp="1"/>
          </p:cNvSpPr>
          <p:nvPr>
            <p:ph type="subTitle" idx="1"/>
          </p:nvPr>
        </p:nvSpPr>
        <p:spPr>
          <a:xfrm>
            <a:off x="1549710" y="2930160"/>
            <a:ext cx="7766936" cy="2257202"/>
          </a:xfrm>
        </p:spPr>
        <p:txBody>
          <a:bodyPr>
            <a:normAutofit/>
          </a:bodyPr>
          <a:lstStyle/>
          <a:p>
            <a:pPr algn="ctr">
              <a:lnSpc>
                <a:spcPct val="120000"/>
              </a:lnSpc>
            </a:pPr>
            <a:r>
              <a:rPr lang="en-US" i="1" dirty="0">
                <a:solidFill>
                  <a:schemeClr val="tx2">
                    <a:lumMod val="40000"/>
                    <a:lumOff val="60000"/>
                  </a:schemeClr>
                </a:solidFill>
              </a:rPr>
              <a:t>Name: Jash Savsani</a:t>
            </a:r>
            <a:br>
              <a:rPr lang="en-US" i="1" dirty="0">
                <a:solidFill>
                  <a:schemeClr val="tx2">
                    <a:lumMod val="40000"/>
                    <a:lumOff val="60000"/>
                  </a:schemeClr>
                </a:solidFill>
              </a:rPr>
            </a:br>
            <a:r>
              <a:rPr lang="en-US" i="1" dirty="0">
                <a:solidFill>
                  <a:schemeClr val="tx2">
                    <a:lumMod val="40000"/>
                    <a:lumOff val="60000"/>
                  </a:schemeClr>
                </a:solidFill>
              </a:rPr>
              <a:t>Roll No.: 130</a:t>
            </a:r>
            <a:br>
              <a:rPr lang="en-US" i="1" dirty="0">
                <a:solidFill>
                  <a:schemeClr val="tx2">
                    <a:lumMod val="40000"/>
                    <a:lumOff val="60000"/>
                  </a:schemeClr>
                </a:solidFill>
              </a:rPr>
            </a:br>
            <a:r>
              <a:rPr lang="en-US" i="1" dirty="0">
                <a:solidFill>
                  <a:schemeClr val="tx2">
                    <a:lumMod val="40000"/>
                    <a:lumOff val="60000"/>
                  </a:schemeClr>
                </a:solidFill>
              </a:rPr>
              <a:t>Enrollment No.:24031701036</a:t>
            </a:r>
            <a:br>
              <a:rPr lang="en-US" i="1" dirty="0">
                <a:solidFill>
                  <a:schemeClr val="tx2">
                    <a:lumMod val="40000"/>
                    <a:lumOff val="60000"/>
                  </a:schemeClr>
                </a:solidFill>
              </a:rPr>
            </a:br>
            <a:r>
              <a:rPr lang="en-US" i="1" dirty="0">
                <a:solidFill>
                  <a:schemeClr val="tx2">
                    <a:lumMod val="40000"/>
                    <a:lumOff val="60000"/>
                  </a:schemeClr>
                </a:solidFill>
              </a:rPr>
              <a:t>Course.: B.Sc(Hons)C.S.</a:t>
            </a:r>
            <a:br>
              <a:rPr lang="en-US" i="1" dirty="0">
                <a:solidFill>
                  <a:schemeClr val="tx2">
                    <a:lumMod val="40000"/>
                    <a:lumOff val="60000"/>
                  </a:schemeClr>
                </a:solidFill>
              </a:rPr>
            </a:br>
            <a:r>
              <a:rPr lang="en-US" i="1" dirty="0">
                <a:solidFill>
                  <a:schemeClr val="tx2">
                    <a:lumMod val="40000"/>
                    <a:lumOff val="60000"/>
                  </a:schemeClr>
                </a:solidFill>
              </a:rPr>
              <a:t>Sem.: 2</a:t>
            </a:r>
          </a:p>
          <a:p>
            <a:pPr algn="ctr">
              <a:lnSpc>
                <a:spcPct val="120000"/>
              </a:lnSpc>
            </a:pPr>
            <a:r>
              <a:rPr lang="en-US" i="1" dirty="0">
                <a:solidFill>
                  <a:schemeClr val="tx2">
                    <a:lumMod val="40000"/>
                    <a:lumOff val="60000"/>
                  </a:schemeClr>
                </a:solidFill>
              </a:rPr>
              <a:t>Lab Batch:2</a:t>
            </a:r>
            <a:endParaRPr lang="en-US" dirty="0"/>
          </a:p>
        </p:txBody>
      </p:sp>
      <p:sp>
        <p:nvSpPr>
          <p:cNvPr id="10" name="Footer Placeholder 3">
            <a:extLst>
              <a:ext uri="{FF2B5EF4-FFF2-40B4-BE49-F238E27FC236}">
                <a16:creationId xmlns:a16="http://schemas.microsoft.com/office/drawing/2014/main" id="{6A5E50BA-64B7-480E-BDDB-D043B776E6FB}"/>
              </a:ext>
            </a:extLst>
          </p:cNvPr>
          <p:cNvSpPr>
            <a:spLocks noGrp="1"/>
          </p:cNvSpPr>
          <p:nvPr>
            <p:ph type="ftr" sz="quarter" idx="11"/>
          </p:nvPr>
        </p:nvSpPr>
        <p:spPr>
          <a:xfrm>
            <a:off x="0" y="6539875"/>
            <a:ext cx="3867912" cy="318125"/>
          </a:xfrm>
        </p:spPr>
        <p:txBody>
          <a:bodyPr/>
          <a:lstStyle/>
          <a:p>
            <a:r>
              <a:rPr lang="en-US" sz="1400" b="1" dirty="0">
                <a:solidFill>
                  <a:schemeClr val="accent1">
                    <a:lumMod val="75000"/>
                  </a:schemeClr>
                </a:solidFill>
              </a:rPr>
              <a:t>Jash A. </a:t>
            </a:r>
            <a:r>
              <a:rPr lang="en-US" sz="1400" b="1" dirty="0">
                <a:solidFill>
                  <a:schemeClr val="accent1"/>
                </a:solidFill>
              </a:rPr>
              <a:t>Savsani</a:t>
            </a:r>
          </a:p>
        </p:txBody>
      </p:sp>
      <p:sp>
        <p:nvSpPr>
          <p:cNvPr id="6" name="Slide Number Placeholder 5">
            <a:extLst>
              <a:ext uri="{FF2B5EF4-FFF2-40B4-BE49-F238E27FC236}">
                <a16:creationId xmlns:a16="http://schemas.microsoft.com/office/drawing/2014/main" id="{2436E471-6EFA-405C-B361-F1F4A642FFEA}"/>
              </a:ext>
            </a:extLst>
          </p:cNvPr>
          <p:cNvSpPr>
            <a:spLocks noGrp="1"/>
          </p:cNvSpPr>
          <p:nvPr>
            <p:ph type="sldNum" sz="quarter" idx="12"/>
          </p:nvPr>
        </p:nvSpPr>
        <p:spPr>
          <a:xfrm>
            <a:off x="11508661" y="6492875"/>
            <a:ext cx="683339" cy="365125"/>
          </a:xfrm>
        </p:spPr>
        <p:txBody>
          <a:bodyPr/>
          <a:lstStyle/>
          <a:p>
            <a:fld id="{9B618960-8005-486C-9A75-10CB2AAC16F9}" type="slidenum">
              <a:rPr lang="en-US" smtClean="0"/>
              <a:t>1</a:t>
            </a:fld>
            <a:endParaRPr lang="en-US" dirty="0"/>
          </a:p>
        </p:txBody>
      </p:sp>
      <p:pic>
        <p:nvPicPr>
          <p:cNvPr id="7" name="Picture 6" descr="effective cyber security strategy">
            <a:extLst>
              <a:ext uri="{FF2B5EF4-FFF2-40B4-BE49-F238E27FC236}">
                <a16:creationId xmlns:a16="http://schemas.microsoft.com/office/drawing/2014/main" id="{32CDBC27-849B-4DAC-B566-85E28149E4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0330" y="3127741"/>
            <a:ext cx="2857500" cy="16002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The Biggest Cybersecurity Issues ...">
            <a:extLst>
              <a:ext uri="{FF2B5EF4-FFF2-40B4-BE49-F238E27FC236}">
                <a16:creationId xmlns:a16="http://schemas.microsoft.com/office/drawing/2014/main" id="{F77E0E19-2CE9-45D3-9C43-B2E19F5523C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26315" y="3127741"/>
            <a:ext cx="2857500" cy="1600200"/>
          </a:xfrm>
          <a:prstGeom prst="rect">
            <a:avLst/>
          </a:prstGeom>
          <a:noFill/>
          <a:extLst>
            <a:ext uri="{909E8E84-426E-40DD-AFC4-6F175D3DCCD1}">
              <a14:hiddenFill xmlns:a14="http://schemas.microsoft.com/office/drawing/2010/main">
                <a:solidFill>
                  <a:srgbClr val="FFFFFF"/>
                </a:solidFill>
              </a14:hiddenFill>
            </a:ext>
          </a:extLst>
        </p:spPr>
      </p:pic>
      <p:sp>
        <p:nvSpPr>
          <p:cNvPr id="9" name="Slide Number Placeholder 4">
            <a:extLst>
              <a:ext uri="{FF2B5EF4-FFF2-40B4-BE49-F238E27FC236}">
                <a16:creationId xmlns:a16="http://schemas.microsoft.com/office/drawing/2014/main" id="{50EBD356-9D7D-4D29-8695-816AF1B0192B}"/>
              </a:ext>
            </a:extLst>
          </p:cNvPr>
          <p:cNvSpPr txBox="1">
            <a:spLocks/>
          </p:cNvSpPr>
          <p:nvPr/>
        </p:nvSpPr>
        <p:spPr bwMode="gray">
          <a:xfrm>
            <a:off x="10352540" y="295729"/>
            <a:ext cx="838199" cy="767687"/>
          </a:xfrm>
          <a:prstGeom prst="rect">
            <a:avLst/>
          </a:prstGeom>
        </p:spPr>
        <p:txBody>
          <a:bodyPr vert="horz" lIns="91440" tIns="45720" rIns="91440" bIns="45720" rtlCol="0" anchor="b"/>
          <a:lstStyle>
            <a:defPPr>
              <a:defRPr lang="en-US"/>
            </a:defPPr>
            <a:lvl1pPr marL="0" algn="ctr" defTabSz="457200" rtl="0" eaLnBrk="1" latinLnBrk="0" hangingPunct="1">
              <a:defRPr sz="2800" b="0" i="0" kern="1200">
                <a:solidFill>
                  <a:schemeClr val="bg1"/>
                </a:solidFill>
                <a:latin typeface="+mj-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9B618960-8005-486C-9A75-10CB2AAC16F9}" type="slidenum">
              <a:rPr lang="en-US" smtClean="0"/>
              <a:pPr/>
              <a:t>1</a:t>
            </a:fld>
            <a:endParaRPr lang="en-US" dirty="0"/>
          </a:p>
        </p:txBody>
      </p:sp>
      <p:sp>
        <p:nvSpPr>
          <p:cNvPr id="11" name="Date Placeholder 3">
            <a:extLst>
              <a:ext uri="{FF2B5EF4-FFF2-40B4-BE49-F238E27FC236}">
                <a16:creationId xmlns:a16="http://schemas.microsoft.com/office/drawing/2014/main" id="{8E5A54DD-F363-4FAC-8E6F-B001177B16CE}"/>
              </a:ext>
            </a:extLst>
          </p:cNvPr>
          <p:cNvSpPr txBox="1">
            <a:spLocks/>
          </p:cNvSpPr>
          <p:nvPr/>
        </p:nvSpPr>
        <p:spPr>
          <a:xfrm>
            <a:off x="5288018" y="6497433"/>
            <a:ext cx="1205547" cy="356008"/>
          </a:xfrm>
          <a:prstGeom prst="rect">
            <a:avLst/>
          </a:prstGeom>
          <a:ln>
            <a:solidFill>
              <a:schemeClr val="accent1">
                <a:lumMod val="60000"/>
                <a:lumOff val="40000"/>
              </a:schemeClr>
            </a:solidFill>
          </a:ln>
        </p:spPr>
        <p:txBody>
          <a:bodyPr vert="horz" lIns="91440" tIns="45720" rIns="91440" bIns="45720" rtlCol="0" anchor="ctr" anchorCtr="0"/>
          <a:lstStyle>
            <a:defPPr>
              <a:defRPr lang="en-US"/>
            </a:defPPr>
            <a:lvl1pPr marL="0" algn="l" defTabSz="457200" rtl="0" eaLnBrk="1" latinLnBrk="0" hangingPunct="1">
              <a:defRPr sz="1400" b="0" i="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95674EBC-E3BB-4B67-8843-CF71FADD005C}" type="datetime1">
              <a:rPr lang="en-US" b="1" smtClean="0">
                <a:solidFill>
                  <a:schemeClr val="accent1">
                    <a:lumMod val="75000"/>
                  </a:schemeClr>
                </a:solidFill>
              </a:rPr>
              <a:pPr/>
              <a:t>3/28/2025</a:t>
            </a:fld>
            <a:endParaRPr lang="en-US" b="1">
              <a:solidFill>
                <a:schemeClr val="accent1">
                  <a:lumMod val="75000"/>
                </a:schemeClr>
              </a:solidFill>
            </a:endParaRPr>
          </a:p>
        </p:txBody>
      </p:sp>
      <p:pic>
        <p:nvPicPr>
          <p:cNvPr id="12" name="Picture 2" descr="Darshan University - YouTube">
            <a:extLst>
              <a:ext uri="{FF2B5EF4-FFF2-40B4-BE49-F238E27FC236}">
                <a16:creationId xmlns:a16="http://schemas.microsoft.com/office/drawing/2014/main" id="{BFCE6013-03AD-421E-9C4C-97EE337BBFDA}"/>
              </a:ext>
            </a:extLst>
          </p:cNvPr>
          <p:cNvPicPr>
            <a:picLocks noChangeAspect="1" noChangeArrowheads="1"/>
          </p:cNvPicPr>
          <p:nvPr/>
        </p:nvPicPr>
        <p:blipFill rotWithShape="1">
          <a:blip r:embed="rId5">
            <a:duotone>
              <a:schemeClr val="accent1">
                <a:shade val="45000"/>
                <a:satMod val="135000"/>
              </a:schemeClr>
              <a:prstClr val="white"/>
            </a:duotone>
            <a:extLst>
              <a:ext uri="{28A0092B-C50C-407E-A947-70E740481C1C}">
                <a14:useLocalDpi xmlns:a14="http://schemas.microsoft.com/office/drawing/2010/main" val="0"/>
              </a:ext>
            </a:extLst>
          </a:blip>
          <a:srcRect t="13778" b="14343"/>
          <a:stretch/>
        </p:blipFill>
        <p:spPr bwMode="auto">
          <a:xfrm>
            <a:off x="11037046" y="5965434"/>
            <a:ext cx="1154954" cy="890677"/>
          </a:xfrm>
          <a:prstGeom prst="rect">
            <a:avLst/>
          </a:prstGeom>
          <a:noFill/>
          <a:ln>
            <a:solidFill>
              <a:schemeClr val="tx2">
                <a:lumMod val="60000"/>
                <a:lumOff val="40000"/>
              </a:schemeClr>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201333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p:push dir="u"/>
      </p:transition>
    </mc:Choice>
    <mc:Fallback xmlns="">
      <p:transition spd="slow">
        <p:push dir="u"/>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par>
                                <p:cTn id="11" presetID="31" presetClass="entr" presetSubtype="0" fill="hold" nodeType="with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p:cTn id="13"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4"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15"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16" dur="1000"/>
                                        <p:tgtEl>
                                          <p:spTgt spid="3">
                                            <p:txEl>
                                              <p:pRg st="0" end="0"/>
                                            </p:txEl>
                                          </p:spTgt>
                                        </p:tgtEl>
                                      </p:cBhvr>
                                    </p:animEffect>
                                  </p:childTnLst>
                                </p:cTn>
                              </p:par>
                              <p:par>
                                <p:cTn id="17" presetID="31" presetClass="entr" presetSubtype="0" fill="hold" nodeType="with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p:cTn id="19"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0"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1"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22" dur="1000"/>
                                        <p:tgtEl>
                                          <p:spTgt spid="3">
                                            <p:txEl>
                                              <p:pRg st="1" end="1"/>
                                            </p:txEl>
                                          </p:spTgt>
                                        </p:tgtEl>
                                      </p:cBhvr>
                                    </p:animEffect>
                                  </p:childTnLst>
                                </p:cTn>
                              </p:par>
                            </p:childTnLst>
                          </p:cTn>
                        </p:par>
                        <p:par>
                          <p:cTn id="23" fill="hold">
                            <p:stCondLst>
                              <p:cond delay="1000"/>
                            </p:stCondLst>
                            <p:childTnLst>
                              <p:par>
                                <p:cTn id="24" presetID="22" presetClass="entr" presetSubtype="2" fill="hold"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wipe(right)">
                                      <p:cBhvr>
                                        <p:cTn id="26" dur="1000"/>
                                        <p:tgtEl>
                                          <p:spTgt spid="8"/>
                                        </p:tgtEl>
                                      </p:cBhvr>
                                    </p:animEffect>
                                  </p:childTnLst>
                                </p:cTn>
                              </p:par>
                              <p:par>
                                <p:cTn id="27" presetID="22" presetClass="entr" presetSubtype="8" fill="hold"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ipe(left)">
                                      <p:cBhvr>
                                        <p:cTn id="29"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15B7D-5443-4FAA-9314-CD5BCD1E5ECF}"/>
              </a:ext>
            </a:extLst>
          </p:cNvPr>
          <p:cNvSpPr>
            <a:spLocks noGrp="1"/>
          </p:cNvSpPr>
          <p:nvPr>
            <p:ph type="title"/>
          </p:nvPr>
        </p:nvSpPr>
        <p:spPr/>
        <p:txBody>
          <a:bodyPr/>
          <a:lstStyle/>
          <a:p>
            <a:r>
              <a:rPr lang="en-US" u="sng" dirty="0"/>
              <a:t>WHAT IS CYBER SECURITY?</a:t>
            </a:r>
          </a:p>
        </p:txBody>
      </p:sp>
      <p:sp>
        <p:nvSpPr>
          <p:cNvPr id="3" name="Content Placeholder 2">
            <a:extLst>
              <a:ext uri="{FF2B5EF4-FFF2-40B4-BE49-F238E27FC236}">
                <a16:creationId xmlns:a16="http://schemas.microsoft.com/office/drawing/2014/main" id="{45649BA1-946D-474C-813F-E76FDE3CA4FB}"/>
              </a:ext>
            </a:extLst>
          </p:cNvPr>
          <p:cNvSpPr>
            <a:spLocks noGrp="1"/>
          </p:cNvSpPr>
          <p:nvPr>
            <p:ph idx="1"/>
          </p:nvPr>
        </p:nvSpPr>
        <p:spPr>
          <a:xfrm>
            <a:off x="1154954" y="2603500"/>
            <a:ext cx="6571063" cy="3416300"/>
          </a:xfrm>
        </p:spPr>
        <p:txBody>
          <a:bodyPr/>
          <a:lstStyle/>
          <a:p>
            <a:r>
              <a:rPr lang="en-US" dirty="0">
                <a:solidFill>
                  <a:schemeClr val="tx2">
                    <a:lumMod val="60000"/>
                    <a:lumOff val="40000"/>
                  </a:schemeClr>
                </a:solidFill>
              </a:rPr>
              <a:t>Computer security (also cybersecurity, digital security, or information technology (IT) security) is a subdiscipline within the field of </a:t>
            </a:r>
            <a:r>
              <a:rPr lang="en-US" dirty="0">
                <a:solidFill>
                  <a:schemeClr val="tx2">
                    <a:lumMod val="60000"/>
                    <a:lumOff val="40000"/>
                  </a:schemeClr>
                </a:solidFill>
                <a:hlinkClick r:id="rId3" tooltip="Information security">
                  <a:extLst>
                    <a:ext uri="{A12FA001-AC4F-418D-AE19-62706E023703}">
                      <ahyp:hlinkClr xmlns:ahyp="http://schemas.microsoft.com/office/drawing/2018/hyperlinkcolor" val="tx"/>
                    </a:ext>
                  </a:extLst>
                </a:hlinkClick>
              </a:rPr>
              <a:t>information security</a:t>
            </a:r>
            <a:r>
              <a:rPr lang="en-US" dirty="0">
                <a:solidFill>
                  <a:schemeClr val="tx2">
                    <a:lumMod val="60000"/>
                    <a:lumOff val="40000"/>
                  </a:schemeClr>
                </a:solidFill>
              </a:rPr>
              <a:t>. </a:t>
            </a:r>
          </a:p>
          <a:p>
            <a:r>
              <a:rPr lang="en-US" dirty="0">
                <a:solidFill>
                  <a:schemeClr val="tx2">
                    <a:lumMod val="60000"/>
                    <a:lumOff val="40000"/>
                  </a:schemeClr>
                </a:solidFill>
              </a:rPr>
              <a:t>It consists of the protection of </a:t>
            </a:r>
            <a:r>
              <a:rPr lang="en-US" dirty="0">
                <a:solidFill>
                  <a:schemeClr val="tx2">
                    <a:lumMod val="60000"/>
                    <a:lumOff val="40000"/>
                  </a:schemeClr>
                </a:solidFill>
                <a:hlinkClick r:id="rId4" tooltip="Computer software">
                  <a:extLst>
                    <a:ext uri="{A12FA001-AC4F-418D-AE19-62706E023703}">
                      <ahyp:hlinkClr xmlns:ahyp="http://schemas.microsoft.com/office/drawing/2018/hyperlinkcolor" val="tx"/>
                    </a:ext>
                  </a:extLst>
                </a:hlinkClick>
              </a:rPr>
              <a:t>computer software</a:t>
            </a:r>
            <a:r>
              <a:rPr lang="en-US" dirty="0">
                <a:solidFill>
                  <a:schemeClr val="tx2">
                    <a:lumMod val="60000"/>
                    <a:lumOff val="40000"/>
                  </a:schemeClr>
                </a:solidFill>
              </a:rPr>
              <a:t>, </a:t>
            </a:r>
            <a:r>
              <a:rPr lang="en-US" dirty="0">
                <a:solidFill>
                  <a:schemeClr val="tx2">
                    <a:lumMod val="60000"/>
                    <a:lumOff val="40000"/>
                  </a:schemeClr>
                </a:solidFill>
                <a:hlinkClick r:id="rId5">
                  <a:extLst>
                    <a:ext uri="{A12FA001-AC4F-418D-AE19-62706E023703}">
                      <ahyp:hlinkClr xmlns:ahyp="http://schemas.microsoft.com/office/drawing/2018/hyperlinkcolor" val="tx"/>
                    </a:ext>
                  </a:extLst>
                </a:hlinkClick>
              </a:rPr>
              <a:t>systems</a:t>
            </a:r>
            <a:r>
              <a:rPr lang="en-US" dirty="0">
                <a:solidFill>
                  <a:schemeClr val="tx2">
                    <a:lumMod val="60000"/>
                    <a:lumOff val="40000"/>
                  </a:schemeClr>
                </a:solidFill>
              </a:rPr>
              <a:t> and </a:t>
            </a:r>
            <a:r>
              <a:rPr lang="en-US" dirty="0">
                <a:solidFill>
                  <a:schemeClr val="tx2">
                    <a:lumMod val="60000"/>
                    <a:lumOff val="40000"/>
                  </a:schemeClr>
                </a:solidFill>
                <a:hlinkClick r:id="rId6" tooltip="Computer network">
                  <a:extLst>
                    <a:ext uri="{A12FA001-AC4F-418D-AE19-62706E023703}">
                      <ahyp:hlinkClr xmlns:ahyp="http://schemas.microsoft.com/office/drawing/2018/hyperlinkcolor" val="tx"/>
                    </a:ext>
                  </a:extLst>
                </a:hlinkClick>
              </a:rPr>
              <a:t>networks</a:t>
            </a:r>
            <a:r>
              <a:rPr lang="en-US" dirty="0">
                <a:solidFill>
                  <a:schemeClr val="tx2">
                    <a:lumMod val="60000"/>
                    <a:lumOff val="40000"/>
                  </a:schemeClr>
                </a:solidFill>
              </a:rPr>
              <a:t> from </a:t>
            </a:r>
            <a:r>
              <a:rPr lang="en-US" dirty="0">
                <a:solidFill>
                  <a:schemeClr val="tx2">
                    <a:lumMod val="60000"/>
                    <a:lumOff val="40000"/>
                  </a:schemeClr>
                </a:solidFill>
                <a:hlinkClick r:id="rId7" tooltip="Threat (security)">
                  <a:extLst>
                    <a:ext uri="{A12FA001-AC4F-418D-AE19-62706E023703}">
                      <ahyp:hlinkClr xmlns:ahyp="http://schemas.microsoft.com/office/drawing/2018/hyperlinkcolor" val="tx"/>
                    </a:ext>
                  </a:extLst>
                </a:hlinkClick>
              </a:rPr>
              <a:t>threats</a:t>
            </a:r>
            <a:r>
              <a:rPr lang="en-US" dirty="0">
                <a:solidFill>
                  <a:schemeClr val="tx2">
                    <a:lumMod val="60000"/>
                    <a:lumOff val="40000"/>
                  </a:schemeClr>
                </a:solidFill>
              </a:rPr>
              <a:t> that can lead to unauthorized information disclosure, theft or damage to </a:t>
            </a:r>
            <a:r>
              <a:rPr lang="en-US" dirty="0">
                <a:solidFill>
                  <a:schemeClr val="tx2">
                    <a:lumMod val="60000"/>
                    <a:lumOff val="40000"/>
                  </a:schemeClr>
                </a:solidFill>
                <a:hlinkClick r:id="rId8" tooltip="Computer hardware">
                  <a:extLst>
                    <a:ext uri="{A12FA001-AC4F-418D-AE19-62706E023703}">
                      <ahyp:hlinkClr xmlns:ahyp="http://schemas.microsoft.com/office/drawing/2018/hyperlinkcolor" val="tx"/>
                    </a:ext>
                  </a:extLst>
                </a:hlinkClick>
              </a:rPr>
              <a:t>hardware</a:t>
            </a:r>
            <a:r>
              <a:rPr lang="en-US" dirty="0">
                <a:solidFill>
                  <a:schemeClr val="tx2">
                    <a:lumMod val="60000"/>
                    <a:lumOff val="40000"/>
                  </a:schemeClr>
                </a:solidFill>
              </a:rPr>
              <a:t>, </a:t>
            </a:r>
            <a:r>
              <a:rPr lang="en-US" dirty="0">
                <a:solidFill>
                  <a:schemeClr val="tx2">
                    <a:lumMod val="60000"/>
                    <a:lumOff val="40000"/>
                  </a:schemeClr>
                </a:solidFill>
                <a:hlinkClick r:id="rId9" tooltip="Software">
                  <a:extLst>
                    <a:ext uri="{A12FA001-AC4F-418D-AE19-62706E023703}">
                      <ahyp:hlinkClr xmlns:ahyp="http://schemas.microsoft.com/office/drawing/2018/hyperlinkcolor" val="tx"/>
                    </a:ext>
                  </a:extLst>
                </a:hlinkClick>
              </a:rPr>
              <a:t>software</a:t>
            </a:r>
            <a:r>
              <a:rPr lang="en-US" dirty="0">
                <a:solidFill>
                  <a:schemeClr val="tx2">
                    <a:lumMod val="60000"/>
                    <a:lumOff val="40000"/>
                  </a:schemeClr>
                </a:solidFill>
              </a:rPr>
              <a:t>, or </a:t>
            </a:r>
            <a:r>
              <a:rPr lang="en-US" dirty="0">
                <a:solidFill>
                  <a:schemeClr val="tx2">
                    <a:lumMod val="60000"/>
                    <a:lumOff val="40000"/>
                  </a:schemeClr>
                </a:solidFill>
                <a:hlinkClick r:id="rId10" tooltip="Data (computing)">
                  <a:extLst>
                    <a:ext uri="{A12FA001-AC4F-418D-AE19-62706E023703}">
                      <ahyp:hlinkClr xmlns:ahyp="http://schemas.microsoft.com/office/drawing/2018/hyperlinkcolor" val="tx"/>
                    </a:ext>
                  </a:extLst>
                </a:hlinkClick>
              </a:rPr>
              <a:t>data</a:t>
            </a:r>
            <a:r>
              <a:rPr lang="en-US" dirty="0">
                <a:solidFill>
                  <a:schemeClr val="tx2">
                    <a:lumMod val="60000"/>
                    <a:lumOff val="40000"/>
                  </a:schemeClr>
                </a:solidFill>
              </a:rPr>
              <a:t>.</a:t>
            </a:r>
          </a:p>
          <a:p>
            <a:r>
              <a:rPr lang="en-US" dirty="0">
                <a:solidFill>
                  <a:schemeClr val="tx2">
                    <a:lumMod val="60000"/>
                    <a:lumOff val="40000"/>
                  </a:schemeClr>
                </a:solidFill>
              </a:rPr>
              <a:t> As well as from the disruption or misdirection of the </a:t>
            </a:r>
            <a:r>
              <a:rPr lang="en-US" dirty="0">
                <a:solidFill>
                  <a:schemeClr val="tx2">
                    <a:lumMod val="60000"/>
                    <a:lumOff val="40000"/>
                  </a:schemeClr>
                </a:solidFill>
                <a:hlinkClick r:id="rId11" tooltip="Service (economics)">
                  <a:extLst>
                    <a:ext uri="{A12FA001-AC4F-418D-AE19-62706E023703}">
                      <ahyp:hlinkClr xmlns:ahyp="http://schemas.microsoft.com/office/drawing/2018/hyperlinkcolor" val="tx"/>
                    </a:ext>
                  </a:extLst>
                </a:hlinkClick>
              </a:rPr>
              <a:t>services</a:t>
            </a:r>
            <a:r>
              <a:rPr lang="en-US" dirty="0">
                <a:solidFill>
                  <a:schemeClr val="tx2">
                    <a:lumMod val="60000"/>
                    <a:lumOff val="40000"/>
                  </a:schemeClr>
                </a:solidFill>
              </a:rPr>
              <a:t> they provide.</a:t>
            </a:r>
          </a:p>
          <a:p>
            <a:endParaRPr lang="en-US" dirty="0"/>
          </a:p>
        </p:txBody>
      </p:sp>
      <p:sp>
        <p:nvSpPr>
          <p:cNvPr id="7" name="Footer Placeholder 3">
            <a:extLst>
              <a:ext uri="{FF2B5EF4-FFF2-40B4-BE49-F238E27FC236}">
                <a16:creationId xmlns:a16="http://schemas.microsoft.com/office/drawing/2014/main" id="{0AC38BE9-5A21-4D13-A03F-6646BCE58615}"/>
              </a:ext>
            </a:extLst>
          </p:cNvPr>
          <p:cNvSpPr>
            <a:spLocks noGrp="1"/>
          </p:cNvSpPr>
          <p:nvPr>
            <p:ph type="ftr" sz="quarter" idx="11"/>
          </p:nvPr>
        </p:nvSpPr>
        <p:spPr>
          <a:xfrm>
            <a:off x="0" y="6531256"/>
            <a:ext cx="3867912" cy="371149"/>
          </a:xfrm>
        </p:spPr>
        <p:txBody>
          <a:bodyPr/>
          <a:lstStyle/>
          <a:p>
            <a:r>
              <a:rPr lang="en-US" sz="1400" dirty="0"/>
              <a:t>Jash A. Savsani</a:t>
            </a:r>
          </a:p>
        </p:txBody>
      </p:sp>
      <p:sp>
        <p:nvSpPr>
          <p:cNvPr id="5" name="Slide Number Placeholder 4">
            <a:extLst>
              <a:ext uri="{FF2B5EF4-FFF2-40B4-BE49-F238E27FC236}">
                <a16:creationId xmlns:a16="http://schemas.microsoft.com/office/drawing/2014/main" id="{2E0C9F2E-D1D6-4B7D-B905-A2E929651842}"/>
              </a:ext>
            </a:extLst>
          </p:cNvPr>
          <p:cNvSpPr>
            <a:spLocks noGrp="1"/>
          </p:cNvSpPr>
          <p:nvPr>
            <p:ph type="sldNum" sz="quarter" idx="12"/>
          </p:nvPr>
        </p:nvSpPr>
        <p:spPr/>
        <p:txBody>
          <a:bodyPr/>
          <a:lstStyle/>
          <a:p>
            <a:fld id="{9B618960-8005-486C-9A75-10CB2AAC16F9}" type="slidenum">
              <a:rPr lang="en-US" smtClean="0"/>
              <a:t>2</a:t>
            </a:fld>
            <a:endParaRPr lang="en-US"/>
          </a:p>
        </p:txBody>
      </p:sp>
      <p:pic>
        <p:nvPicPr>
          <p:cNvPr id="6" name="Picture 2" descr="This may contain: a blue background with icons and symbols in the shape of a key on top of it">
            <a:extLst>
              <a:ext uri="{FF2B5EF4-FFF2-40B4-BE49-F238E27FC236}">
                <a16:creationId xmlns:a16="http://schemas.microsoft.com/office/drawing/2014/main" id="{F2EB3321-A189-450E-8674-29819F97CFC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365090" y="2348485"/>
            <a:ext cx="3231046" cy="323104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4" name="Date Placeholder 3">
            <a:extLst>
              <a:ext uri="{FF2B5EF4-FFF2-40B4-BE49-F238E27FC236}">
                <a16:creationId xmlns:a16="http://schemas.microsoft.com/office/drawing/2014/main" id="{895CE532-CA23-4F87-B2E7-FC0D2BC285DF}"/>
              </a:ext>
            </a:extLst>
          </p:cNvPr>
          <p:cNvSpPr>
            <a:spLocks noGrp="1"/>
          </p:cNvSpPr>
          <p:nvPr>
            <p:ph type="dt" sz="half" idx="10"/>
          </p:nvPr>
        </p:nvSpPr>
        <p:spPr/>
        <p:txBody>
          <a:bodyPr/>
          <a:lstStyle/>
          <a:p>
            <a:fld id="{95674EBC-E3BB-4B67-8843-CF71FADD005C}" type="datetime1">
              <a:rPr lang="en-US" smtClean="0"/>
              <a:t>3/28/2025</a:t>
            </a:fld>
            <a:endParaRPr lang="en-US"/>
          </a:p>
        </p:txBody>
      </p:sp>
    </p:spTree>
    <p:extLst>
      <p:ext uri="{BB962C8B-B14F-4D97-AF65-F5344CB8AC3E}">
        <p14:creationId xmlns:p14="http://schemas.microsoft.com/office/powerpoint/2010/main" val="1360505704"/>
      </p:ext>
    </p:extLst>
  </p:cSld>
  <p:clrMapOvr>
    <a:overrideClrMapping bg1="lt1" tx1="dk1" bg2="lt2" tx2="dk2" accent1="accent1" accent2="accent2" accent3="accent3" accent4="accent4" accent5="accent5" accent6="accent6" hlink="hlink" folHlink="folHlink"/>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par>
                          <p:cTn id="8" fill="hold">
                            <p:stCondLst>
                              <p:cond delay="2000"/>
                            </p:stCondLst>
                            <p:childTnLst>
                              <p:par>
                                <p:cTn id="9" presetID="22" presetClass="entr" presetSubtype="1"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up)">
                                      <p:cBhvr>
                                        <p:cTn id="11" dur="10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A3936-CE3A-4E67-B924-0E0399C194AE}"/>
              </a:ext>
            </a:extLst>
          </p:cNvPr>
          <p:cNvSpPr>
            <a:spLocks noGrp="1"/>
          </p:cNvSpPr>
          <p:nvPr>
            <p:ph type="title"/>
          </p:nvPr>
        </p:nvSpPr>
        <p:spPr/>
        <p:txBody>
          <a:bodyPr/>
          <a:lstStyle/>
          <a:p>
            <a:r>
              <a:rPr lang="en-US" u="sng" dirty="0"/>
              <a:t>CYBERSECURITY BEST PRACTICES</a:t>
            </a:r>
          </a:p>
        </p:txBody>
      </p:sp>
      <p:sp>
        <p:nvSpPr>
          <p:cNvPr id="5" name="Slide Number Placeholder 4">
            <a:extLst>
              <a:ext uri="{FF2B5EF4-FFF2-40B4-BE49-F238E27FC236}">
                <a16:creationId xmlns:a16="http://schemas.microsoft.com/office/drawing/2014/main" id="{F2A2FAFD-78A4-4C63-AA7A-CB743624BAB8}"/>
              </a:ext>
            </a:extLst>
          </p:cNvPr>
          <p:cNvSpPr>
            <a:spLocks noGrp="1"/>
          </p:cNvSpPr>
          <p:nvPr>
            <p:ph type="sldNum" sz="quarter" idx="12"/>
          </p:nvPr>
        </p:nvSpPr>
        <p:spPr/>
        <p:txBody>
          <a:bodyPr/>
          <a:lstStyle/>
          <a:p>
            <a:fld id="{9B618960-8005-486C-9A75-10CB2AAC16F9}" type="slidenum">
              <a:rPr lang="en-US" smtClean="0"/>
              <a:t>3</a:t>
            </a:fld>
            <a:endParaRPr lang="en-US"/>
          </a:p>
        </p:txBody>
      </p:sp>
      <p:sp>
        <p:nvSpPr>
          <p:cNvPr id="6" name="Rectangle 1">
            <a:extLst>
              <a:ext uri="{FF2B5EF4-FFF2-40B4-BE49-F238E27FC236}">
                <a16:creationId xmlns:a16="http://schemas.microsoft.com/office/drawing/2014/main" id="{800C3B92-2703-4DC3-984E-EFCC5E9FCD59}"/>
              </a:ext>
            </a:extLst>
          </p:cNvPr>
          <p:cNvSpPr>
            <a:spLocks noGrp="1" noChangeArrowheads="1"/>
          </p:cNvSpPr>
          <p:nvPr>
            <p:ph idx="1"/>
          </p:nvPr>
        </p:nvSpPr>
        <p:spPr bwMode="auto">
          <a:xfrm>
            <a:off x="397354" y="2237206"/>
            <a:ext cx="10509185" cy="414880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88872" rIns="0" bIns="1793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solidFill>
                <a:schemeClr val="tx2">
                  <a:lumMod val="60000"/>
                  <a:lumOff val="40000"/>
                </a:schemeClr>
              </a:solidFill>
            </a:endParaRPr>
          </a:p>
          <a:p>
            <a:pPr defTabSz="914400" eaLnBrk="0" fontAlgn="base" hangingPunct="0">
              <a:lnSpc>
                <a:spcPct val="150000"/>
              </a:lnSpc>
              <a:spcBef>
                <a:spcPct val="0"/>
              </a:spcBef>
              <a:spcAft>
                <a:spcPct val="0"/>
              </a:spcAft>
              <a:buClrTx/>
              <a:buSzTx/>
            </a:pPr>
            <a:r>
              <a:rPr lang="en-US" altLang="en-US" dirty="0">
                <a:solidFill>
                  <a:schemeClr val="tx2">
                    <a:lumMod val="60000"/>
                    <a:lumOff val="40000"/>
                  </a:schemeClr>
                </a:solidFill>
              </a:rPr>
              <a:t>Strong Passwords: Using unique, complex passwords and enabling multi-factor authentication. </a:t>
            </a:r>
          </a:p>
          <a:p>
            <a:pPr defTabSz="914400" eaLnBrk="0" fontAlgn="base" hangingPunct="0">
              <a:lnSpc>
                <a:spcPct val="150000"/>
              </a:lnSpc>
              <a:spcBef>
                <a:spcPct val="0"/>
              </a:spcBef>
              <a:spcAft>
                <a:spcPct val="0"/>
              </a:spcAft>
              <a:buClrTx/>
              <a:buSzTx/>
            </a:pPr>
            <a:r>
              <a:rPr lang="en-US" altLang="en-US" dirty="0">
                <a:solidFill>
                  <a:schemeClr val="tx2">
                    <a:lumMod val="60000"/>
                    <a:lumOff val="40000"/>
                  </a:schemeClr>
                </a:solidFill>
              </a:rPr>
              <a:t>Software Updates: Keeping software, operating systems, and security tools up to date. </a:t>
            </a:r>
          </a:p>
          <a:p>
            <a:pPr defTabSz="914400" eaLnBrk="0" fontAlgn="base" hangingPunct="0">
              <a:lnSpc>
                <a:spcPct val="150000"/>
              </a:lnSpc>
              <a:spcBef>
                <a:spcPct val="0"/>
              </a:spcBef>
              <a:spcAft>
                <a:spcPct val="0"/>
              </a:spcAft>
              <a:buClrTx/>
              <a:buSzTx/>
            </a:pPr>
            <a:r>
              <a:rPr lang="en-US" altLang="en-US" dirty="0">
                <a:solidFill>
                  <a:schemeClr val="tx2">
                    <a:lumMod val="60000"/>
                    <a:lumOff val="40000"/>
                  </a:schemeClr>
                </a:solidFill>
              </a:rPr>
              <a:t>Phishing Awareness: Being cautious of suspicious emails and links, and not clicking on them without verifying their authenticity. Security Training: Educating employees about cybersecurity threats and best practices. </a:t>
            </a:r>
          </a:p>
          <a:p>
            <a:pPr defTabSz="914400" eaLnBrk="0" fontAlgn="base" hangingPunct="0">
              <a:lnSpc>
                <a:spcPct val="150000"/>
              </a:lnSpc>
              <a:spcBef>
                <a:spcPct val="0"/>
              </a:spcBef>
              <a:spcAft>
                <a:spcPct val="0"/>
              </a:spcAft>
              <a:buClrTx/>
              <a:buSzTx/>
            </a:pPr>
            <a:r>
              <a:rPr lang="en-US" altLang="en-US" dirty="0">
                <a:solidFill>
                  <a:schemeClr val="tx2">
                    <a:lumMod val="60000"/>
                    <a:lumOff val="40000"/>
                  </a:schemeClr>
                </a:solidFill>
              </a:rPr>
              <a:t>Firewalls and Antivirus Software: Implementing firewalls and antivirus software to protect against malware and unauthorized access.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Footer Placeholder 3">
            <a:extLst>
              <a:ext uri="{FF2B5EF4-FFF2-40B4-BE49-F238E27FC236}">
                <a16:creationId xmlns:a16="http://schemas.microsoft.com/office/drawing/2014/main" id="{BF7161C1-B51E-47F5-8341-9A4C3E0691C7}"/>
              </a:ext>
            </a:extLst>
          </p:cNvPr>
          <p:cNvSpPr>
            <a:spLocks noGrp="1"/>
          </p:cNvSpPr>
          <p:nvPr>
            <p:ph type="ftr" sz="quarter" idx="11"/>
          </p:nvPr>
        </p:nvSpPr>
        <p:spPr>
          <a:xfrm>
            <a:off x="0" y="6486851"/>
            <a:ext cx="3867912" cy="371149"/>
          </a:xfrm>
        </p:spPr>
        <p:txBody>
          <a:bodyPr/>
          <a:lstStyle/>
          <a:p>
            <a:r>
              <a:rPr lang="en-US" sz="1400" dirty="0"/>
              <a:t>Jash A. Savsani</a:t>
            </a:r>
          </a:p>
        </p:txBody>
      </p:sp>
      <p:sp>
        <p:nvSpPr>
          <p:cNvPr id="3" name="Date Placeholder 2">
            <a:extLst>
              <a:ext uri="{FF2B5EF4-FFF2-40B4-BE49-F238E27FC236}">
                <a16:creationId xmlns:a16="http://schemas.microsoft.com/office/drawing/2014/main" id="{C969D0A8-9266-43E0-B499-A1826AA77BD7}"/>
              </a:ext>
            </a:extLst>
          </p:cNvPr>
          <p:cNvSpPr>
            <a:spLocks noGrp="1"/>
          </p:cNvSpPr>
          <p:nvPr>
            <p:ph type="dt" sz="half" idx="10"/>
          </p:nvPr>
        </p:nvSpPr>
        <p:spPr/>
        <p:txBody>
          <a:bodyPr/>
          <a:lstStyle/>
          <a:p>
            <a:fld id="{DFD8FE1D-DD3E-46C8-A9EF-028623B4D969}" type="datetime1">
              <a:rPr lang="en-US" smtClean="0"/>
              <a:t>3/28/2025</a:t>
            </a:fld>
            <a:endParaRPr lang="en-US"/>
          </a:p>
        </p:txBody>
      </p:sp>
    </p:spTree>
    <p:extLst>
      <p:ext uri="{BB962C8B-B14F-4D97-AF65-F5344CB8AC3E}">
        <p14:creationId xmlns:p14="http://schemas.microsoft.com/office/powerpoint/2010/main" val="2202955173"/>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xEl>
                                              <p:pRg st="1" end="1"/>
                                            </p:txEl>
                                          </p:spTgt>
                                        </p:tgtEl>
                                        <p:attrNameLst>
                                          <p:attrName>style.visibility</p:attrName>
                                        </p:attrNameLst>
                                      </p:cBhvr>
                                      <p:to>
                                        <p:strVal val="visible"/>
                                      </p:to>
                                    </p:set>
                                    <p:animEffect transition="in" filter="fade">
                                      <p:cBhvr>
                                        <p:cTn id="14" dur="1000"/>
                                        <p:tgtEl>
                                          <p:spTgt spid="6">
                                            <p:txEl>
                                              <p:pRg st="1" end="1"/>
                                            </p:txEl>
                                          </p:spTgt>
                                        </p:tgtEl>
                                      </p:cBhvr>
                                    </p:animEffect>
                                    <p:anim calcmode="lin" valueType="num">
                                      <p:cBhvr>
                                        <p:cTn id="15"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nodeType="clickEffect">
                                  <p:stCondLst>
                                    <p:cond delay="0"/>
                                  </p:stCondLst>
                                  <p:childTnLst>
                                    <p:set>
                                      <p:cBhvr>
                                        <p:cTn id="20" dur="1" fill="hold">
                                          <p:stCondLst>
                                            <p:cond delay="0"/>
                                          </p:stCondLst>
                                        </p:cTn>
                                        <p:tgtEl>
                                          <p:spTgt spid="6">
                                            <p:txEl>
                                              <p:pRg st="2" end="2"/>
                                            </p:txEl>
                                          </p:spTgt>
                                        </p:tgtEl>
                                        <p:attrNameLst>
                                          <p:attrName>style.visibility</p:attrName>
                                        </p:attrNameLst>
                                      </p:cBhvr>
                                      <p:to>
                                        <p:strVal val="visible"/>
                                      </p:to>
                                    </p:set>
                                    <p:animEffect transition="in" filter="fade">
                                      <p:cBhvr>
                                        <p:cTn id="21" dur="1000"/>
                                        <p:tgtEl>
                                          <p:spTgt spid="6">
                                            <p:txEl>
                                              <p:pRg st="2" end="2"/>
                                            </p:txEl>
                                          </p:spTgt>
                                        </p:tgtEl>
                                      </p:cBhvr>
                                    </p:animEffect>
                                    <p:anim calcmode="lin" valueType="num">
                                      <p:cBhvr>
                                        <p:cTn id="22"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6">
                                            <p:txEl>
                                              <p:pRg st="3" end="3"/>
                                            </p:txEl>
                                          </p:spTgt>
                                        </p:tgtEl>
                                        <p:attrNameLst>
                                          <p:attrName>style.visibility</p:attrName>
                                        </p:attrNameLst>
                                      </p:cBhvr>
                                      <p:to>
                                        <p:strVal val="visible"/>
                                      </p:to>
                                    </p:set>
                                    <p:animEffect transition="in" filter="fade">
                                      <p:cBhvr>
                                        <p:cTn id="28" dur="1000"/>
                                        <p:tgtEl>
                                          <p:spTgt spid="6">
                                            <p:txEl>
                                              <p:pRg st="3" end="3"/>
                                            </p:txEl>
                                          </p:spTgt>
                                        </p:tgtEl>
                                      </p:cBhvr>
                                    </p:animEffect>
                                    <p:anim calcmode="lin" valueType="num">
                                      <p:cBhvr>
                                        <p:cTn id="29"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7" presetClass="entr" presetSubtype="0" fill="hold" nodeType="clickEffect">
                                  <p:stCondLst>
                                    <p:cond delay="0"/>
                                  </p:stCondLst>
                                  <p:childTnLst>
                                    <p:set>
                                      <p:cBhvr>
                                        <p:cTn id="34" dur="1" fill="hold">
                                          <p:stCondLst>
                                            <p:cond delay="0"/>
                                          </p:stCondLst>
                                        </p:cTn>
                                        <p:tgtEl>
                                          <p:spTgt spid="6">
                                            <p:txEl>
                                              <p:pRg st="4" end="4"/>
                                            </p:txEl>
                                          </p:spTgt>
                                        </p:tgtEl>
                                        <p:attrNameLst>
                                          <p:attrName>style.visibility</p:attrName>
                                        </p:attrNameLst>
                                      </p:cBhvr>
                                      <p:to>
                                        <p:strVal val="visible"/>
                                      </p:to>
                                    </p:set>
                                    <p:animEffect transition="in" filter="fade">
                                      <p:cBhvr>
                                        <p:cTn id="35" dur="1000"/>
                                        <p:tgtEl>
                                          <p:spTgt spid="6">
                                            <p:txEl>
                                              <p:pRg st="4" end="4"/>
                                            </p:txEl>
                                          </p:spTgt>
                                        </p:tgtEl>
                                      </p:cBhvr>
                                    </p:animEffect>
                                    <p:anim calcmode="lin" valueType="num">
                                      <p:cBhvr>
                                        <p:cTn id="36"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02D12-D1DF-45AA-96DA-FB061951988C}"/>
              </a:ext>
            </a:extLst>
          </p:cNvPr>
          <p:cNvSpPr>
            <a:spLocks noGrp="1"/>
          </p:cNvSpPr>
          <p:nvPr>
            <p:ph type="title"/>
          </p:nvPr>
        </p:nvSpPr>
        <p:spPr/>
        <p:txBody>
          <a:bodyPr/>
          <a:lstStyle/>
          <a:p>
            <a:r>
              <a:rPr lang="en-US" u="sng" dirty="0"/>
              <a:t>COMMON CYBER THREATS</a:t>
            </a:r>
          </a:p>
        </p:txBody>
      </p:sp>
      <p:sp>
        <p:nvSpPr>
          <p:cNvPr id="3" name="Content Placeholder 2">
            <a:extLst>
              <a:ext uri="{FF2B5EF4-FFF2-40B4-BE49-F238E27FC236}">
                <a16:creationId xmlns:a16="http://schemas.microsoft.com/office/drawing/2014/main" id="{9E076D09-5F45-4799-8578-7374D00DD97B}"/>
              </a:ext>
            </a:extLst>
          </p:cNvPr>
          <p:cNvSpPr>
            <a:spLocks noGrp="1"/>
          </p:cNvSpPr>
          <p:nvPr>
            <p:ph idx="1"/>
          </p:nvPr>
        </p:nvSpPr>
        <p:spPr>
          <a:xfrm>
            <a:off x="543339" y="2372138"/>
            <a:ext cx="11145077" cy="3909392"/>
          </a:xfrm>
        </p:spPr>
        <p:txBody>
          <a:bodyPr>
            <a:normAutofit/>
          </a:bodyPr>
          <a:lstStyle/>
          <a:p>
            <a:pPr defTabSz="914400" eaLnBrk="0" fontAlgn="base" hangingPunct="0">
              <a:lnSpc>
                <a:spcPct val="160000"/>
              </a:lnSpc>
              <a:spcBef>
                <a:spcPct val="0"/>
              </a:spcBef>
              <a:spcAft>
                <a:spcPct val="0"/>
              </a:spcAft>
              <a:buClrTx/>
              <a:buSzTx/>
            </a:pPr>
            <a:r>
              <a:rPr lang="en-US" dirty="0">
                <a:solidFill>
                  <a:schemeClr val="tx2">
                    <a:lumMod val="60000"/>
                    <a:lumOff val="40000"/>
                  </a:schemeClr>
                </a:solidFill>
              </a:rPr>
              <a:t>Malware: Malicious software designed to harm computer systems, including viruses, worms, Trojans, and ransomware. </a:t>
            </a:r>
          </a:p>
          <a:p>
            <a:pPr defTabSz="914400" eaLnBrk="0" fontAlgn="base" hangingPunct="0">
              <a:lnSpc>
                <a:spcPct val="160000"/>
              </a:lnSpc>
              <a:spcBef>
                <a:spcPct val="0"/>
              </a:spcBef>
              <a:spcAft>
                <a:spcPct val="0"/>
              </a:spcAft>
              <a:buClrTx/>
              <a:buSzTx/>
            </a:pPr>
            <a:r>
              <a:rPr lang="en-US" dirty="0">
                <a:solidFill>
                  <a:schemeClr val="tx2">
                    <a:lumMod val="60000"/>
                    <a:lumOff val="40000"/>
                  </a:schemeClr>
                </a:solidFill>
              </a:rPr>
              <a:t>Phishing: Deceptive attempts to obtain sensitive information, such as usernames, passwords, and credit card details, by disguising as a legitimate entity. </a:t>
            </a:r>
          </a:p>
          <a:p>
            <a:pPr defTabSz="914400" eaLnBrk="0" fontAlgn="base" hangingPunct="0">
              <a:lnSpc>
                <a:spcPct val="160000"/>
              </a:lnSpc>
              <a:spcBef>
                <a:spcPct val="0"/>
              </a:spcBef>
              <a:spcAft>
                <a:spcPct val="0"/>
              </a:spcAft>
              <a:buClrTx/>
              <a:buSzTx/>
            </a:pPr>
            <a:r>
              <a:rPr lang="en-US" dirty="0">
                <a:solidFill>
                  <a:schemeClr val="tx2">
                    <a:lumMod val="60000"/>
                    <a:lumOff val="40000"/>
                  </a:schemeClr>
                </a:solidFill>
              </a:rPr>
              <a:t>Ransomware: A type of malware that encrypts a victim's data and demands a ransom for its release. </a:t>
            </a:r>
          </a:p>
          <a:p>
            <a:pPr defTabSz="914400" eaLnBrk="0" fontAlgn="base" hangingPunct="0">
              <a:lnSpc>
                <a:spcPct val="160000"/>
              </a:lnSpc>
              <a:spcBef>
                <a:spcPct val="0"/>
              </a:spcBef>
              <a:spcAft>
                <a:spcPct val="0"/>
              </a:spcAft>
              <a:buClrTx/>
              <a:buSzTx/>
            </a:pPr>
            <a:r>
              <a:rPr lang="en-US" dirty="0">
                <a:solidFill>
                  <a:schemeClr val="tx2">
                    <a:lumMod val="60000"/>
                    <a:lumOff val="40000"/>
                  </a:schemeClr>
                </a:solidFill>
              </a:rPr>
              <a:t>Data Breaches: Unauthorized access to confidential information, often resulting from a combination of cyberattacks and security vulnerabilities.</a:t>
            </a:r>
          </a:p>
        </p:txBody>
      </p:sp>
      <p:sp>
        <p:nvSpPr>
          <p:cNvPr id="5" name="Slide Number Placeholder 4">
            <a:extLst>
              <a:ext uri="{FF2B5EF4-FFF2-40B4-BE49-F238E27FC236}">
                <a16:creationId xmlns:a16="http://schemas.microsoft.com/office/drawing/2014/main" id="{BE88504E-B447-4BDE-810B-EB3F491E996E}"/>
              </a:ext>
            </a:extLst>
          </p:cNvPr>
          <p:cNvSpPr>
            <a:spLocks noGrp="1"/>
          </p:cNvSpPr>
          <p:nvPr>
            <p:ph type="sldNum" sz="quarter" idx="12"/>
          </p:nvPr>
        </p:nvSpPr>
        <p:spPr/>
        <p:txBody>
          <a:bodyPr/>
          <a:lstStyle/>
          <a:p>
            <a:fld id="{9B618960-8005-486C-9A75-10CB2AAC16F9}" type="slidenum">
              <a:rPr lang="en-US" smtClean="0"/>
              <a:t>4</a:t>
            </a:fld>
            <a:endParaRPr lang="en-US"/>
          </a:p>
        </p:txBody>
      </p:sp>
      <p:sp>
        <p:nvSpPr>
          <p:cNvPr id="6" name="Footer Placeholder 3">
            <a:extLst>
              <a:ext uri="{FF2B5EF4-FFF2-40B4-BE49-F238E27FC236}">
                <a16:creationId xmlns:a16="http://schemas.microsoft.com/office/drawing/2014/main" id="{2AFBFA71-D759-47CC-9AF0-E63DB74D6833}"/>
              </a:ext>
            </a:extLst>
          </p:cNvPr>
          <p:cNvSpPr>
            <a:spLocks noGrp="1"/>
          </p:cNvSpPr>
          <p:nvPr>
            <p:ph type="ftr" sz="quarter" idx="11"/>
          </p:nvPr>
        </p:nvSpPr>
        <p:spPr>
          <a:xfrm>
            <a:off x="0" y="6547104"/>
            <a:ext cx="3867912" cy="310896"/>
          </a:xfrm>
        </p:spPr>
        <p:txBody>
          <a:bodyPr/>
          <a:lstStyle/>
          <a:p>
            <a:r>
              <a:rPr lang="en-US" sz="1400" dirty="0"/>
              <a:t>Jash A. Savsani</a:t>
            </a:r>
          </a:p>
        </p:txBody>
      </p:sp>
      <p:sp>
        <p:nvSpPr>
          <p:cNvPr id="4" name="Date Placeholder 3">
            <a:extLst>
              <a:ext uri="{FF2B5EF4-FFF2-40B4-BE49-F238E27FC236}">
                <a16:creationId xmlns:a16="http://schemas.microsoft.com/office/drawing/2014/main" id="{E3A5766C-1174-4EF0-86D8-1A594478BB5A}"/>
              </a:ext>
            </a:extLst>
          </p:cNvPr>
          <p:cNvSpPr>
            <a:spLocks noGrp="1"/>
          </p:cNvSpPr>
          <p:nvPr>
            <p:ph type="dt" sz="half" idx="10"/>
          </p:nvPr>
        </p:nvSpPr>
        <p:spPr/>
        <p:txBody>
          <a:bodyPr/>
          <a:lstStyle/>
          <a:p>
            <a:fld id="{7A4B706A-FCB9-4442-8198-A00E89C47EC0}" type="datetime1">
              <a:rPr lang="en-US" smtClean="0"/>
              <a:t>3/28/2025</a:t>
            </a:fld>
            <a:endParaRPr lang="en-US"/>
          </a:p>
        </p:txBody>
      </p:sp>
    </p:spTree>
    <p:extLst>
      <p:ext uri="{BB962C8B-B14F-4D97-AF65-F5344CB8AC3E}">
        <p14:creationId xmlns:p14="http://schemas.microsoft.com/office/powerpoint/2010/main" val="3688250152"/>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6"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wipe(down)">
                                      <p:cBhvr>
                                        <p:cTn id="14" dur="435">
                                          <p:stCondLst>
                                            <p:cond delay="0"/>
                                          </p:stCondLst>
                                        </p:cTn>
                                        <p:tgtEl>
                                          <p:spTgt spid="3">
                                            <p:txEl>
                                              <p:pRg st="0" end="0"/>
                                            </p:txEl>
                                          </p:spTgt>
                                        </p:tgtEl>
                                      </p:cBhvr>
                                    </p:animEffect>
                                    <p:anim calcmode="lin" valueType="num">
                                      <p:cBhvr>
                                        <p:cTn id="15" dur="1367"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16" dur="498"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7" dur="498" tmFilter="0, 0; 0.125,0.2665; 0.25,0.4; 0.375,0.465; 0.5,0.5;  0.625,0.535; 0.75,0.6; 0.875,0.7335; 1,1">
                                          <p:stCondLst>
                                            <p:cond delay="498"/>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8" dur="249" tmFilter="0, 0; 0.125,0.2665; 0.25,0.4; 0.375,0.465; 0.5,0.5;  0.625,0.535; 0.75,0.6; 0.875,0.7335; 1,1">
                                          <p:stCondLst>
                                            <p:cond delay="993"/>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9" dur="123" tmFilter="0, 0; 0.125,0.2665; 0.25,0.4; 0.375,0.465; 0.5,0.5;  0.625,0.535; 0.75,0.6; 0.875,0.7335; 1,1">
                                          <p:stCondLst>
                                            <p:cond delay="1242"/>
                                          </p:stCondLst>
                                        </p:cTn>
                                        <p:tgtEl>
                                          <p:spTgt spid="3">
                                            <p:txEl>
                                              <p:pRg st="0" end="0"/>
                                            </p:txEl>
                                          </p:spTgt>
                                        </p:tgtEl>
                                        <p:attrNameLst>
                                          <p:attrName>ppt_y</p:attrName>
                                        </p:attrNameLst>
                                      </p:cBhvr>
                                      <p:tavLst>
                                        <p:tav tm="0" fmla="#ppt_y-sin(pi*$)/81">
                                          <p:val>
                                            <p:fltVal val="0"/>
                                          </p:val>
                                        </p:tav>
                                        <p:tav tm="100000">
                                          <p:val>
                                            <p:fltVal val="1"/>
                                          </p:val>
                                        </p:tav>
                                      </p:tavLst>
                                    </p:anim>
                                    <p:animScale>
                                      <p:cBhvr>
                                        <p:cTn id="20" dur="20">
                                          <p:stCondLst>
                                            <p:cond delay="487"/>
                                          </p:stCondLst>
                                        </p:cTn>
                                        <p:tgtEl>
                                          <p:spTgt spid="3">
                                            <p:txEl>
                                              <p:pRg st="0" end="0"/>
                                            </p:txEl>
                                          </p:spTgt>
                                        </p:tgtEl>
                                      </p:cBhvr>
                                      <p:to x="100000" y="60000"/>
                                    </p:animScale>
                                    <p:animScale>
                                      <p:cBhvr>
                                        <p:cTn id="21" dur="124" decel="50000">
                                          <p:stCondLst>
                                            <p:cond delay="507"/>
                                          </p:stCondLst>
                                        </p:cTn>
                                        <p:tgtEl>
                                          <p:spTgt spid="3">
                                            <p:txEl>
                                              <p:pRg st="0" end="0"/>
                                            </p:txEl>
                                          </p:spTgt>
                                        </p:tgtEl>
                                      </p:cBhvr>
                                      <p:to x="100000" y="100000"/>
                                    </p:animScale>
                                    <p:animScale>
                                      <p:cBhvr>
                                        <p:cTn id="22" dur="20">
                                          <p:stCondLst>
                                            <p:cond delay="984"/>
                                          </p:stCondLst>
                                        </p:cTn>
                                        <p:tgtEl>
                                          <p:spTgt spid="3">
                                            <p:txEl>
                                              <p:pRg st="0" end="0"/>
                                            </p:txEl>
                                          </p:spTgt>
                                        </p:tgtEl>
                                      </p:cBhvr>
                                      <p:to x="100000" y="80000"/>
                                    </p:animScale>
                                    <p:animScale>
                                      <p:cBhvr>
                                        <p:cTn id="23" dur="124" decel="50000">
                                          <p:stCondLst>
                                            <p:cond delay="1004"/>
                                          </p:stCondLst>
                                        </p:cTn>
                                        <p:tgtEl>
                                          <p:spTgt spid="3">
                                            <p:txEl>
                                              <p:pRg st="0" end="0"/>
                                            </p:txEl>
                                          </p:spTgt>
                                        </p:tgtEl>
                                      </p:cBhvr>
                                      <p:to x="100000" y="100000"/>
                                    </p:animScale>
                                    <p:animScale>
                                      <p:cBhvr>
                                        <p:cTn id="24" dur="20">
                                          <p:stCondLst>
                                            <p:cond delay="1231"/>
                                          </p:stCondLst>
                                        </p:cTn>
                                        <p:tgtEl>
                                          <p:spTgt spid="3">
                                            <p:txEl>
                                              <p:pRg st="0" end="0"/>
                                            </p:txEl>
                                          </p:spTgt>
                                        </p:tgtEl>
                                      </p:cBhvr>
                                      <p:to x="100000" y="90000"/>
                                    </p:animScale>
                                    <p:animScale>
                                      <p:cBhvr>
                                        <p:cTn id="25" dur="124" decel="50000">
                                          <p:stCondLst>
                                            <p:cond delay="1251"/>
                                          </p:stCondLst>
                                        </p:cTn>
                                        <p:tgtEl>
                                          <p:spTgt spid="3">
                                            <p:txEl>
                                              <p:pRg st="0" end="0"/>
                                            </p:txEl>
                                          </p:spTgt>
                                        </p:tgtEl>
                                      </p:cBhvr>
                                      <p:to x="100000" y="100000"/>
                                    </p:animScale>
                                    <p:animScale>
                                      <p:cBhvr>
                                        <p:cTn id="26" dur="20">
                                          <p:stCondLst>
                                            <p:cond delay="1356"/>
                                          </p:stCondLst>
                                        </p:cTn>
                                        <p:tgtEl>
                                          <p:spTgt spid="3">
                                            <p:txEl>
                                              <p:pRg st="0" end="0"/>
                                            </p:txEl>
                                          </p:spTgt>
                                        </p:tgtEl>
                                      </p:cBhvr>
                                      <p:to x="100000" y="95000"/>
                                    </p:animScale>
                                    <p:animScale>
                                      <p:cBhvr>
                                        <p:cTn id="27" dur="124" decel="50000">
                                          <p:stCondLst>
                                            <p:cond delay="1376"/>
                                          </p:stCondLst>
                                        </p:cTn>
                                        <p:tgtEl>
                                          <p:spTgt spid="3">
                                            <p:txEl>
                                              <p:pRg st="0" end="0"/>
                                            </p:txEl>
                                          </p:spTgt>
                                        </p:tgtEl>
                                      </p:cBhvr>
                                      <p:to x="100000" y="100000"/>
                                    </p:animScale>
                                  </p:childTnLst>
                                </p:cTn>
                              </p:par>
                            </p:childTnLst>
                          </p:cTn>
                        </p:par>
                      </p:childTnLst>
                    </p:cTn>
                  </p:par>
                  <p:par>
                    <p:cTn id="28" fill="hold">
                      <p:stCondLst>
                        <p:cond delay="indefinite"/>
                      </p:stCondLst>
                      <p:childTnLst>
                        <p:par>
                          <p:cTn id="29" fill="hold">
                            <p:stCondLst>
                              <p:cond delay="0"/>
                            </p:stCondLst>
                            <p:childTnLst>
                              <p:par>
                                <p:cTn id="30" presetID="26" presetClass="entr" presetSubtype="0" fill="hold" nodeType="clickEffect">
                                  <p:stCondLst>
                                    <p:cond delay="0"/>
                                  </p:stCondLst>
                                  <p:childTnLst>
                                    <p:set>
                                      <p:cBhvr>
                                        <p:cTn id="31" dur="1" fill="hold">
                                          <p:stCondLst>
                                            <p:cond delay="0"/>
                                          </p:stCondLst>
                                        </p:cTn>
                                        <p:tgtEl>
                                          <p:spTgt spid="3">
                                            <p:txEl>
                                              <p:pRg st="1" end="1"/>
                                            </p:txEl>
                                          </p:spTgt>
                                        </p:tgtEl>
                                        <p:attrNameLst>
                                          <p:attrName>style.visibility</p:attrName>
                                        </p:attrNameLst>
                                      </p:cBhvr>
                                      <p:to>
                                        <p:strVal val="visible"/>
                                      </p:to>
                                    </p:set>
                                    <p:animEffect transition="in" filter="wipe(down)">
                                      <p:cBhvr>
                                        <p:cTn id="32" dur="435">
                                          <p:stCondLst>
                                            <p:cond delay="0"/>
                                          </p:stCondLst>
                                        </p:cTn>
                                        <p:tgtEl>
                                          <p:spTgt spid="3">
                                            <p:txEl>
                                              <p:pRg st="1" end="1"/>
                                            </p:txEl>
                                          </p:spTgt>
                                        </p:tgtEl>
                                      </p:cBhvr>
                                    </p:animEffect>
                                    <p:anim calcmode="lin" valueType="num">
                                      <p:cBhvr>
                                        <p:cTn id="33" dur="1367"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34" dur="498"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35" dur="498" tmFilter="0, 0; 0.125,0.2665; 0.25,0.4; 0.375,0.465; 0.5,0.5;  0.625,0.535; 0.75,0.6; 0.875,0.7335; 1,1">
                                          <p:stCondLst>
                                            <p:cond delay="498"/>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36" dur="249" tmFilter="0, 0; 0.125,0.2665; 0.25,0.4; 0.375,0.465; 0.5,0.5;  0.625,0.535; 0.75,0.6; 0.875,0.7335; 1,1">
                                          <p:stCondLst>
                                            <p:cond delay="993"/>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37" dur="123" tmFilter="0, 0; 0.125,0.2665; 0.25,0.4; 0.375,0.465; 0.5,0.5;  0.625,0.535; 0.75,0.6; 0.875,0.7335; 1,1">
                                          <p:stCondLst>
                                            <p:cond delay="1242"/>
                                          </p:stCondLst>
                                        </p:cTn>
                                        <p:tgtEl>
                                          <p:spTgt spid="3">
                                            <p:txEl>
                                              <p:pRg st="1" end="1"/>
                                            </p:txEl>
                                          </p:spTgt>
                                        </p:tgtEl>
                                        <p:attrNameLst>
                                          <p:attrName>ppt_y</p:attrName>
                                        </p:attrNameLst>
                                      </p:cBhvr>
                                      <p:tavLst>
                                        <p:tav tm="0" fmla="#ppt_y-sin(pi*$)/81">
                                          <p:val>
                                            <p:fltVal val="0"/>
                                          </p:val>
                                        </p:tav>
                                        <p:tav tm="100000">
                                          <p:val>
                                            <p:fltVal val="1"/>
                                          </p:val>
                                        </p:tav>
                                      </p:tavLst>
                                    </p:anim>
                                    <p:animScale>
                                      <p:cBhvr>
                                        <p:cTn id="38" dur="20">
                                          <p:stCondLst>
                                            <p:cond delay="487"/>
                                          </p:stCondLst>
                                        </p:cTn>
                                        <p:tgtEl>
                                          <p:spTgt spid="3">
                                            <p:txEl>
                                              <p:pRg st="1" end="1"/>
                                            </p:txEl>
                                          </p:spTgt>
                                        </p:tgtEl>
                                      </p:cBhvr>
                                      <p:to x="100000" y="60000"/>
                                    </p:animScale>
                                    <p:animScale>
                                      <p:cBhvr>
                                        <p:cTn id="39" dur="124" decel="50000">
                                          <p:stCondLst>
                                            <p:cond delay="507"/>
                                          </p:stCondLst>
                                        </p:cTn>
                                        <p:tgtEl>
                                          <p:spTgt spid="3">
                                            <p:txEl>
                                              <p:pRg st="1" end="1"/>
                                            </p:txEl>
                                          </p:spTgt>
                                        </p:tgtEl>
                                      </p:cBhvr>
                                      <p:to x="100000" y="100000"/>
                                    </p:animScale>
                                    <p:animScale>
                                      <p:cBhvr>
                                        <p:cTn id="40" dur="20">
                                          <p:stCondLst>
                                            <p:cond delay="984"/>
                                          </p:stCondLst>
                                        </p:cTn>
                                        <p:tgtEl>
                                          <p:spTgt spid="3">
                                            <p:txEl>
                                              <p:pRg st="1" end="1"/>
                                            </p:txEl>
                                          </p:spTgt>
                                        </p:tgtEl>
                                      </p:cBhvr>
                                      <p:to x="100000" y="80000"/>
                                    </p:animScale>
                                    <p:animScale>
                                      <p:cBhvr>
                                        <p:cTn id="41" dur="124" decel="50000">
                                          <p:stCondLst>
                                            <p:cond delay="1004"/>
                                          </p:stCondLst>
                                        </p:cTn>
                                        <p:tgtEl>
                                          <p:spTgt spid="3">
                                            <p:txEl>
                                              <p:pRg st="1" end="1"/>
                                            </p:txEl>
                                          </p:spTgt>
                                        </p:tgtEl>
                                      </p:cBhvr>
                                      <p:to x="100000" y="100000"/>
                                    </p:animScale>
                                    <p:animScale>
                                      <p:cBhvr>
                                        <p:cTn id="42" dur="20">
                                          <p:stCondLst>
                                            <p:cond delay="1231"/>
                                          </p:stCondLst>
                                        </p:cTn>
                                        <p:tgtEl>
                                          <p:spTgt spid="3">
                                            <p:txEl>
                                              <p:pRg st="1" end="1"/>
                                            </p:txEl>
                                          </p:spTgt>
                                        </p:tgtEl>
                                      </p:cBhvr>
                                      <p:to x="100000" y="90000"/>
                                    </p:animScale>
                                    <p:animScale>
                                      <p:cBhvr>
                                        <p:cTn id="43" dur="124" decel="50000">
                                          <p:stCondLst>
                                            <p:cond delay="1251"/>
                                          </p:stCondLst>
                                        </p:cTn>
                                        <p:tgtEl>
                                          <p:spTgt spid="3">
                                            <p:txEl>
                                              <p:pRg st="1" end="1"/>
                                            </p:txEl>
                                          </p:spTgt>
                                        </p:tgtEl>
                                      </p:cBhvr>
                                      <p:to x="100000" y="100000"/>
                                    </p:animScale>
                                    <p:animScale>
                                      <p:cBhvr>
                                        <p:cTn id="44" dur="20">
                                          <p:stCondLst>
                                            <p:cond delay="1356"/>
                                          </p:stCondLst>
                                        </p:cTn>
                                        <p:tgtEl>
                                          <p:spTgt spid="3">
                                            <p:txEl>
                                              <p:pRg st="1" end="1"/>
                                            </p:txEl>
                                          </p:spTgt>
                                        </p:tgtEl>
                                      </p:cBhvr>
                                      <p:to x="100000" y="95000"/>
                                    </p:animScale>
                                    <p:animScale>
                                      <p:cBhvr>
                                        <p:cTn id="45" dur="124" decel="50000">
                                          <p:stCondLst>
                                            <p:cond delay="1376"/>
                                          </p:stCondLst>
                                        </p:cTn>
                                        <p:tgtEl>
                                          <p:spTgt spid="3">
                                            <p:txEl>
                                              <p:pRg st="1" end="1"/>
                                            </p:txEl>
                                          </p:spTgt>
                                        </p:tgtEl>
                                      </p:cBhvr>
                                      <p:to x="100000" y="100000"/>
                                    </p:animScale>
                                  </p:childTnLst>
                                </p:cTn>
                              </p:par>
                            </p:childTnLst>
                          </p:cTn>
                        </p:par>
                      </p:childTnLst>
                    </p:cTn>
                  </p:par>
                  <p:par>
                    <p:cTn id="46" fill="hold">
                      <p:stCondLst>
                        <p:cond delay="indefinite"/>
                      </p:stCondLst>
                      <p:childTnLst>
                        <p:par>
                          <p:cTn id="47" fill="hold">
                            <p:stCondLst>
                              <p:cond delay="0"/>
                            </p:stCondLst>
                            <p:childTnLst>
                              <p:par>
                                <p:cTn id="48" presetID="53" presetClass="entr" presetSubtype="16" fill="hold" nodeType="clickEffect">
                                  <p:stCondLst>
                                    <p:cond delay="0"/>
                                  </p:stCondLst>
                                  <p:childTnLst>
                                    <p:set>
                                      <p:cBhvr>
                                        <p:cTn id="49" dur="1" fill="hold">
                                          <p:stCondLst>
                                            <p:cond delay="0"/>
                                          </p:stCondLst>
                                        </p:cTn>
                                        <p:tgtEl>
                                          <p:spTgt spid="3">
                                            <p:txEl>
                                              <p:pRg st="2" end="2"/>
                                            </p:txEl>
                                          </p:spTgt>
                                        </p:tgtEl>
                                        <p:attrNameLst>
                                          <p:attrName>style.visibility</p:attrName>
                                        </p:attrNameLst>
                                      </p:cBhvr>
                                      <p:to>
                                        <p:strVal val="visible"/>
                                      </p:to>
                                    </p:set>
                                    <p:anim calcmode="lin" valueType="num">
                                      <p:cBhvr>
                                        <p:cTn id="50"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51"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52" dur="500"/>
                                        <p:tgtEl>
                                          <p:spTgt spid="3">
                                            <p:txEl>
                                              <p:pRg st="2" end="2"/>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1" presetClass="entr" presetSubtype="1" fill="hold" nodeType="clickEffect">
                                  <p:stCondLst>
                                    <p:cond delay="0"/>
                                  </p:stCondLst>
                                  <p:childTnLst>
                                    <p:set>
                                      <p:cBhvr>
                                        <p:cTn id="56" dur="1" fill="hold">
                                          <p:stCondLst>
                                            <p:cond delay="0"/>
                                          </p:stCondLst>
                                        </p:cTn>
                                        <p:tgtEl>
                                          <p:spTgt spid="3">
                                            <p:txEl>
                                              <p:pRg st="3" end="3"/>
                                            </p:txEl>
                                          </p:spTgt>
                                        </p:tgtEl>
                                        <p:attrNameLst>
                                          <p:attrName>style.visibility</p:attrName>
                                        </p:attrNameLst>
                                      </p:cBhvr>
                                      <p:to>
                                        <p:strVal val="visible"/>
                                      </p:to>
                                    </p:set>
                                    <p:animEffect transition="in" filter="wheel(1)">
                                      <p:cBhvr>
                                        <p:cTn id="57"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458D5-6A22-431C-92DF-00E2F5655C51}"/>
              </a:ext>
            </a:extLst>
          </p:cNvPr>
          <p:cNvSpPr>
            <a:spLocks noGrp="1"/>
          </p:cNvSpPr>
          <p:nvPr>
            <p:ph type="title"/>
          </p:nvPr>
        </p:nvSpPr>
        <p:spPr/>
        <p:txBody>
          <a:bodyPr/>
          <a:lstStyle/>
          <a:p>
            <a:r>
              <a:rPr lang="en-US" u="sng" dirty="0"/>
              <a:t>KEY AREAS OF CYBERSECURITY</a:t>
            </a:r>
          </a:p>
        </p:txBody>
      </p:sp>
      <p:sp>
        <p:nvSpPr>
          <p:cNvPr id="5" name="Slide Number Placeholder 4">
            <a:extLst>
              <a:ext uri="{FF2B5EF4-FFF2-40B4-BE49-F238E27FC236}">
                <a16:creationId xmlns:a16="http://schemas.microsoft.com/office/drawing/2014/main" id="{65BA8E6E-633B-4323-8EBF-6A48D5FA877D}"/>
              </a:ext>
            </a:extLst>
          </p:cNvPr>
          <p:cNvSpPr>
            <a:spLocks noGrp="1"/>
          </p:cNvSpPr>
          <p:nvPr>
            <p:ph type="sldNum" sz="quarter" idx="12"/>
          </p:nvPr>
        </p:nvSpPr>
        <p:spPr/>
        <p:txBody>
          <a:bodyPr/>
          <a:lstStyle/>
          <a:p>
            <a:fld id="{9B618960-8005-486C-9A75-10CB2AAC16F9}" type="slidenum">
              <a:rPr lang="en-US" smtClean="0"/>
              <a:t>5</a:t>
            </a:fld>
            <a:endParaRPr lang="en-US"/>
          </a:p>
        </p:txBody>
      </p:sp>
      <p:sp>
        <p:nvSpPr>
          <p:cNvPr id="6" name="Rectangle 1">
            <a:extLst>
              <a:ext uri="{FF2B5EF4-FFF2-40B4-BE49-F238E27FC236}">
                <a16:creationId xmlns:a16="http://schemas.microsoft.com/office/drawing/2014/main" id="{0AFC058C-5F25-4434-B711-B7886E10309B}"/>
              </a:ext>
            </a:extLst>
          </p:cNvPr>
          <p:cNvSpPr>
            <a:spLocks noGrp="1" noChangeArrowheads="1"/>
          </p:cNvSpPr>
          <p:nvPr>
            <p:ph idx="1"/>
          </p:nvPr>
        </p:nvSpPr>
        <p:spPr bwMode="auto">
          <a:xfrm>
            <a:off x="596347" y="1736101"/>
            <a:ext cx="10283688" cy="46412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88872" rIns="0" bIns="179331" numCol="1" anchor="ctr" anchorCtr="0" compatLnSpc="1">
            <a:prstTxWarp prst="textNoShape">
              <a:avLst/>
            </a:prstTxWarp>
            <a:spAutoFit/>
          </a:bodyPr>
          <a:lstStyle/>
          <a:p>
            <a:pPr marL="0" marR="0" lvl="0" indent="0" fontAlgn="base">
              <a:lnSpc>
                <a:spcPct val="100000"/>
              </a:lnSpc>
              <a:buNone/>
              <a:tabLst/>
            </a:pPr>
            <a:endParaRPr lang="en-US" altLang="en-US" dirty="0">
              <a:solidFill>
                <a:schemeClr val="tx2">
                  <a:lumMod val="60000"/>
                  <a:lumOff val="40000"/>
                </a:schemeClr>
              </a:solidFill>
            </a:endParaRPr>
          </a:p>
          <a:p>
            <a:pPr marR="0" lvl="0" fontAlgn="base">
              <a:lnSpc>
                <a:spcPct val="100000"/>
              </a:lnSpc>
              <a:tabLst/>
            </a:pPr>
            <a:r>
              <a:rPr lang="en-US" altLang="en-US" dirty="0">
                <a:solidFill>
                  <a:schemeClr val="bg1"/>
                </a:solidFill>
                <a:highlight>
                  <a:srgbClr val="000080"/>
                </a:highlight>
              </a:rPr>
              <a:t>Network Security</a:t>
            </a:r>
            <a:r>
              <a:rPr lang="en-US" altLang="en-US" dirty="0">
                <a:solidFill>
                  <a:schemeClr val="tx2">
                    <a:lumMod val="60000"/>
                    <a:lumOff val="40000"/>
                  </a:schemeClr>
                </a:solidFill>
              </a:rPr>
              <a:t>: Protecting the infrastructure and communication channels that connect devices and systems, including firewalls, intrusion detection systems, and VPNs. </a:t>
            </a:r>
          </a:p>
          <a:p>
            <a:pPr marR="0" lvl="0" fontAlgn="base">
              <a:lnSpc>
                <a:spcPct val="100000"/>
              </a:lnSpc>
              <a:tabLst/>
            </a:pPr>
            <a:r>
              <a:rPr lang="en-US" altLang="en-US" dirty="0">
                <a:solidFill>
                  <a:schemeClr val="bg1"/>
                </a:solidFill>
                <a:highlight>
                  <a:srgbClr val="000080"/>
                </a:highlight>
              </a:rPr>
              <a:t>Application Security</a:t>
            </a:r>
            <a:r>
              <a:rPr lang="en-US" altLang="en-US" dirty="0">
                <a:solidFill>
                  <a:schemeClr val="tx2">
                    <a:lumMod val="60000"/>
                    <a:lumOff val="40000"/>
                  </a:schemeClr>
                </a:solidFill>
              </a:rPr>
              <a:t>: Securing software applications by addressing vulnerabilities and implementing security measures during the development and deployment process. </a:t>
            </a:r>
          </a:p>
          <a:p>
            <a:pPr marR="0" lvl="0" fontAlgn="base">
              <a:lnSpc>
                <a:spcPct val="100000"/>
              </a:lnSpc>
              <a:tabLst/>
            </a:pPr>
            <a:r>
              <a:rPr lang="en-US" altLang="en-US" dirty="0">
                <a:solidFill>
                  <a:schemeClr val="bg1"/>
                </a:solidFill>
                <a:highlight>
                  <a:srgbClr val="000080"/>
                </a:highlight>
              </a:rPr>
              <a:t>Cloud Security</a:t>
            </a:r>
            <a:r>
              <a:rPr lang="en-US" altLang="en-US" dirty="0">
                <a:solidFill>
                  <a:schemeClr val="tx2">
                    <a:lumMod val="60000"/>
                    <a:lumOff val="40000"/>
                  </a:schemeClr>
                </a:solidFill>
              </a:rPr>
              <a:t>: Protecting data, applications, and infrastructure in cloud environments, ensuring data confidentiality, integrity, and availability. </a:t>
            </a:r>
          </a:p>
          <a:p>
            <a:pPr fontAlgn="base"/>
            <a:r>
              <a:rPr lang="en-US" altLang="en-US" dirty="0">
                <a:solidFill>
                  <a:schemeClr val="bg1"/>
                </a:solidFill>
                <a:highlight>
                  <a:srgbClr val="000080"/>
                </a:highlight>
              </a:rPr>
              <a:t>Endpoint Security</a:t>
            </a:r>
            <a:r>
              <a:rPr lang="en-US" altLang="en-US" dirty="0">
                <a:solidFill>
                  <a:schemeClr val="tx2">
                    <a:lumMod val="60000"/>
                    <a:lumOff val="40000"/>
                  </a:schemeClr>
                </a:solidFill>
              </a:rPr>
              <a:t>: Protecting individual devices (computers, laptops, smartphones) from malware, phishing attacks, and other threats. </a:t>
            </a:r>
          </a:p>
          <a:p>
            <a:pPr fontAlgn="base"/>
            <a:r>
              <a:rPr lang="en-US" altLang="en-US" dirty="0">
                <a:solidFill>
                  <a:schemeClr val="bg1"/>
                </a:solidFill>
                <a:highlight>
                  <a:srgbClr val="000080"/>
                </a:highlight>
              </a:rPr>
              <a:t>IoT Security</a:t>
            </a:r>
            <a:r>
              <a:rPr lang="en-US" altLang="en-US" dirty="0">
                <a:solidFill>
                  <a:schemeClr val="tx2">
                    <a:lumMod val="60000"/>
                    <a:lumOff val="40000"/>
                  </a:schemeClr>
                </a:solidFill>
              </a:rPr>
              <a:t>: Securing the growing number of connected devices (appliances, sensors, etc.) and the data they transmit. </a:t>
            </a:r>
          </a:p>
          <a:p>
            <a:pPr fontAlgn="base"/>
            <a:r>
              <a:rPr lang="en-US" altLang="en-US" dirty="0">
                <a:solidFill>
                  <a:schemeClr val="bg1"/>
                </a:solidFill>
                <a:highlight>
                  <a:srgbClr val="000080"/>
                </a:highlight>
              </a:rPr>
              <a:t>Data Security</a:t>
            </a:r>
            <a:r>
              <a:rPr lang="en-US" altLang="en-US" dirty="0">
                <a:solidFill>
                  <a:schemeClr val="tx2">
                    <a:lumMod val="60000"/>
                    <a:lumOff val="40000"/>
                  </a:schemeClr>
                </a:solidFill>
              </a:rPr>
              <a:t>: Protecting data at rest and in transit, using encryption, access controls, and other security measures. </a:t>
            </a:r>
          </a:p>
        </p:txBody>
      </p:sp>
      <p:sp>
        <p:nvSpPr>
          <p:cNvPr id="8" name="Footer Placeholder 3">
            <a:extLst>
              <a:ext uri="{FF2B5EF4-FFF2-40B4-BE49-F238E27FC236}">
                <a16:creationId xmlns:a16="http://schemas.microsoft.com/office/drawing/2014/main" id="{021ABEC7-9279-40A6-883F-763558346586}"/>
              </a:ext>
            </a:extLst>
          </p:cNvPr>
          <p:cNvSpPr>
            <a:spLocks noGrp="1"/>
          </p:cNvSpPr>
          <p:nvPr>
            <p:ph type="ftr" sz="quarter" idx="11"/>
          </p:nvPr>
        </p:nvSpPr>
        <p:spPr>
          <a:xfrm>
            <a:off x="0" y="6547104"/>
            <a:ext cx="3867912" cy="310896"/>
          </a:xfrm>
        </p:spPr>
        <p:txBody>
          <a:bodyPr/>
          <a:lstStyle/>
          <a:p>
            <a:r>
              <a:rPr lang="en-US" sz="1400" dirty="0"/>
              <a:t>Jash A. Savsani</a:t>
            </a:r>
          </a:p>
        </p:txBody>
      </p:sp>
      <p:sp>
        <p:nvSpPr>
          <p:cNvPr id="3" name="Date Placeholder 2">
            <a:extLst>
              <a:ext uri="{FF2B5EF4-FFF2-40B4-BE49-F238E27FC236}">
                <a16:creationId xmlns:a16="http://schemas.microsoft.com/office/drawing/2014/main" id="{ADA57F1D-B0E0-4B14-ACEB-B0E85AC5E608}"/>
              </a:ext>
            </a:extLst>
          </p:cNvPr>
          <p:cNvSpPr>
            <a:spLocks noGrp="1"/>
          </p:cNvSpPr>
          <p:nvPr>
            <p:ph type="dt" sz="half" idx="10"/>
          </p:nvPr>
        </p:nvSpPr>
        <p:spPr/>
        <p:txBody>
          <a:bodyPr/>
          <a:lstStyle/>
          <a:p>
            <a:fld id="{E47A5B56-0CEB-4B64-92DC-FA4A63C9A0B8}" type="datetime1">
              <a:rPr lang="en-US" smtClean="0"/>
              <a:t>3/28/2025</a:t>
            </a:fld>
            <a:endParaRPr lang="en-US"/>
          </a:p>
        </p:txBody>
      </p:sp>
    </p:spTree>
    <p:extLst>
      <p:ext uri="{BB962C8B-B14F-4D97-AF65-F5344CB8AC3E}">
        <p14:creationId xmlns:p14="http://schemas.microsoft.com/office/powerpoint/2010/main" val="130052610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32"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out)">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D0642-5274-44AF-8121-625A3F1C9E97}"/>
              </a:ext>
            </a:extLst>
          </p:cNvPr>
          <p:cNvSpPr>
            <a:spLocks noGrp="1"/>
          </p:cNvSpPr>
          <p:nvPr>
            <p:ph type="title"/>
          </p:nvPr>
        </p:nvSpPr>
        <p:spPr/>
        <p:txBody>
          <a:bodyPr/>
          <a:lstStyle/>
          <a:p>
            <a:r>
              <a:rPr lang="en-US" u="sng" dirty="0"/>
              <a:t>IMPORTANCE OF CYBERSECURITY</a:t>
            </a:r>
          </a:p>
        </p:txBody>
      </p:sp>
      <p:sp>
        <p:nvSpPr>
          <p:cNvPr id="3" name="Content Placeholder 2">
            <a:extLst>
              <a:ext uri="{FF2B5EF4-FFF2-40B4-BE49-F238E27FC236}">
                <a16:creationId xmlns:a16="http://schemas.microsoft.com/office/drawing/2014/main" id="{DB055EEA-2EE6-4CB4-A1B4-8670DAA08B76}"/>
              </a:ext>
            </a:extLst>
          </p:cNvPr>
          <p:cNvSpPr>
            <a:spLocks noGrp="1"/>
          </p:cNvSpPr>
          <p:nvPr>
            <p:ph idx="1"/>
          </p:nvPr>
        </p:nvSpPr>
        <p:spPr/>
        <p:txBody>
          <a:bodyPr>
            <a:normAutofit/>
          </a:bodyPr>
          <a:lstStyle/>
          <a:p>
            <a:r>
              <a:rPr lang="en-US" sz="1900" dirty="0">
                <a:solidFill>
                  <a:schemeClr val="tx2">
                    <a:lumMod val="60000"/>
                    <a:lumOff val="40000"/>
                  </a:schemeClr>
                </a:solidFill>
              </a:rPr>
              <a:t>Cybersecurity is crucial for protecting individuals and organizations from cyber threats, including data breaches, financial losses, and reputational damage, by implementing robust defenses and security measures.</a:t>
            </a:r>
          </a:p>
          <a:p>
            <a:pPr lvl="1"/>
            <a:endParaRPr lang="en-US" dirty="0"/>
          </a:p>
          <a:p>
            <a:endParaRPr lang="en-US" dirty="0"/>
          </a:p>
        </p:txBody>
      </p:sp>
      <p:sp>
        <p:nvSpPr>
          <p:cNvPr id="6" name="Footer Placeholder 3">
            <a:extLst>
              <a:ext uri="{FF2B5EF4-FFF2-40B4-BE49-F238E27FC236}">
                <a16:creationId xmlns:a16="http://schemas.microsoft.com/office/drawing/2014/main" id="{77B3BF62-AA1F-4E4E-BF5A-F528821616A6}"/>
              </a:ext>
            </a:extLst>
          </p:cNvPr>
          <p:cNvSpPr>
            <a:spLocks noGrp="1"/>
          </p:cNvSpPr>
          <p:nvPr>
            <p:ph type="ftr" sz="quarter" idx="11"/>
          </p:nvPr>
        </p:nvSpPr>
        <p:spPr>
          <a:xfrm>
            <a:off x="0" y="6531963"/>
            <a:ext cx="3867912" cy="310896"/>
          </a:xfrm>
        </p:spPr>
        <p:txBody>
          <a:bodyPr/>
          <a:lstStyle/>
          <a:p>
            <a:r>
              <a:rPr lang="en-US" sz="1400" dirty="0"/>
              <a:t>Jash A. Savsani</a:t>
            </a:r>
          </a:p>
        </p:txBody>
      </p:sp>
      <p:sp>
        <p:nvSpPr>
          <p:cNvPr id="5" name="Slide Number Placeholder 4">
            <a:extLst>
              <a:ext uri="{FF2B5EF4-FFF2-40B4-BE49-F238E27FC236}">
                <a16:creationId xmlns:a16="http://schemas.microsoft.com/office/drawing/2014/main" id="{2C6D16E4-4D40-4AF0-A2CF-ECA7EF22EAF0}"/>
              </a:ext>
            </a:extLst>
          </p:cNvPr>
          <p:cNvSpPr>
            <a:spLocks noGrp="1"/>
          </p:cNvSpPr>
          <p:nvPr>
            <p:ph type="sldNum" sz="quarter" idx="12"/>
          </p:nvPr>
        </p:nvSpPr>
        <p:spPr/>
        <p:txBody>
          <a:bodyPr/>
          <a:lstStyle/>
          <a:p>
            <a:fld id="{9B618960-8005-486C-9A75-10CB2AAC16F9}" type="slidenum">
              <a:rPr lang="en-US" smtClean="0"/>
              <a:t>6</a:t>
            </a:fld>
            <a:endParaRPr lang="en-US"/>
          </a:p>
        </p:txBody>
      </p:sp>
      <p:pic>
        <p:nvPicPr>
          <p:cNvPr id="7" name="Picture 2" descr="Why Cybersecurity Is Important To ...">
            <a:extLst>
              <a:ext uri="{FF2B5EF4-FFF2-40B4-BE49-F238E27FC236}">
                <a16:creationId xmlns:a16="http://schemas.microsoft.com/office/drawing/2014/main" id="{71D5B3CC-613B-4821-89BD-609F977D75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38416" y="3830130"/>
            <a:ext cx="3028950" cy="151447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Diagram 3">
            <a:extLst>
              <a:ext uri="{FF2B5EF4-FFF2-40B4-BE49-F238E27FC236}">
                <a16:creationId xmlns:a16="http://schemas.microsoft.com/office/drawing/2014/main" id="{68C11AFC-C279-4C21-B808-C362F94DA07D}"/>
              </a:ext>
            </a:extLst>
          </p:cNvPr>
          <p:cNvGraphicFramePr/>
          <p:nvPr>
            <p:extLst>
              <p:ext uri="{D42A27DB-BD31-4B8C-83A1-F6EECF244321}">
                <p14:modId xmlns:p14="http://schemas.microsoft.com/office/powerpoint/2010/main" val="2301509454"/>
              </p:ext>
            </p:extLst>
          </p:nvPr>
        </p:nvGraphicFramePr>
        <p:xfrm>
          <a:off x="643424" y="2998718"/>
          <a:ext cx="7911546" cy="317729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8" name="Date Placeholder 7">
            <a:extLst>
              <a:ext uri="{FF2B5EF4-FFF2-40B4-BE49-F238E27FC236}">
                <a16:creationId xmlns:a16="http://schemas.microsoft.com/office/drawing/2014/main" id="{6A20D78E-5CAD-4110-9ACC-6C60D7AECED2}"/>
              </a:ext>
            </a:extLst>
          </p:cNvPr>
          <p:cNvSpPr>
            <a:spLocks noGrp="1"/>
          </p:cNvSpPr>
          <p:nvPr>
            <p:ph type="dt" sz="half" idx="10"/>
          </p:nvPr>
        </p:nvSpPr>
        <p:spPr/>
        <p:txBody>
          <a:bodyPr/>
          <a:lstStyle/>
          <a:p>
            <a:fld id="{A34FF2E5-45ED-4698-94FE-B2327B5D2DB4}" type="datetime1">
              <a:rPr lang="en-US" smtClean="0"/>
              <a:t>3/28/2025</a:t>
            </a:fld>
            <a:endParaRPr lang="en-US"/>
          </a:p>
        </p:txBody>
      </p:sp>
    </p:spTree>
    <p:extLst>
      <p:ext uri="{BB962C8B-B14F-4D97-AF65-F5344CB8AC3E}">
        <p14:creationId xmlns:p14="http://schemas.microsoft.com/office/powerpoint/2010/main" val="459611896"/>
      </p:ext>
    </p:extLst>
  </p:cSld>
  <p:clrMapOvr>
    <a:overrideClrMapping bg1="lt1" tx1="dk1" bg2="lt2" tx2="dk2" accent1="accent1" accent2="accent2" accent3="accent3" accent4="accent4" accent5="accent5" accent6="accent6" hlink="hlink" folHlink="folHlink"/>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left)">
                                      <p:cBhvr>
                                        <p:cTn id="12" dur="1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7"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anim calcmode="lin" valueType="num">
                                      <p:cBhvr>
                                        <p:cTn id="18" dur="1000" fill="hold"/>
                                        <p:tgtEl>
                                          <p:spTgt spid="4"/>
                                        </p:tgtEl>
                                        <p:attrNameLst>
                                          <p:attrName>ppt_x</p:attrName>
                                        </p:attrNameLst>
                                      </p:cBhvr>
                                      <p:tavLst>
                                        <p:tav tm="0">
                                          <p:val>
                                            <p:strVal val="#ppt_x"/>
                                          </p:val>
                                        </p:tav>
                                        <p:tav tm="100000">
                                          <p:val>
                                            <p:strVal val="#ppt_x"/>
                                          </p:val>
                                        </p:tav>
                                      </p:tavLst>
                                    </p:anim>
                                    <p:anim calcmode="lin" valueType="num">
                                      <p:cBhvr>
                                        <p:cTn id="19" dur="1000" fill="hold"/>
                                        <p:tgtEl>
                                          <p:spTgt spid="4"/>
                                        </p:tgtEl>
                                        <p:attrNameLst>
                                          <p:attrName>ppt_y</p:attrName>
                                        </p:attrNameLst>
                                      </p:cBhvr>
                                      <p:tavLst>
                                        <p:tav tm="0">
                                          <p:val>
                                            <p:strVal val="#ppt_y-.1"/>
                                          </p:val>
                                        </p:tav>
                                        <p:tav tm="100000">
                                          <p:val>
                                            <p:strVal val="#ppt_y"/>
                                          </p:val>
                                        </p:tav>
                                      </p:tavLst>
                                    </p:anim>
                                  </p:childTnLst>
                                </p:cTn>
                              </p:par>
                              <p:par>
                                <p:cTn id="20" presetID="22" presetClass="entr" presetSubtype="4" fill="hold"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down)">
                                      <p:cBhvr>
                                        <p:cTn id="22"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Graphic spid="4" grpId="0">
        <p:bldAsOne/>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51F5F6-8F9C-4C88-B07C-710EB2F64434}"/>
              </a:ext>
            </a:extLst>
          </p:cNvPr>
          <p:cNvSpPr>
            <a:spLocks noGrp="1"/>
          </p:cNvSpPr>
          <p:nvPr>
            <p:ph idx="1"/>
          </p:nvPr>
        </p:nvSpPr>
        <p:spPr/>
        <p:txBody>
          <a:bodyPr>
            <a:normAutofit lnSpcReduction="10000"/>
          </a:bodyPr>
          <a:lstStyle/>
          <a:p>
            <a:pPr fontAlgn="base"/>
            <a:r>
              <a:rPr lang="en-US" dirty="0">
                <a:solidFill>
                  <a:schemeClr val="bg1"/>
                </a:solidFill>
                <a:highlight>
                  <a:srgbClr val="000080"/>
                </a:highlight>
              </a:rPr>
              <a:t>Network Security</a:t>
            </a:r>
            <a:r>
              <a:rPr lang="en-US" dirty="0">
                <a:solidFill>
                  <a:schemeClr val="tx2">
                    <a:lumMod val="60000"/>
                    <a:lumOff val="40000"/>
                  </a:schemeClr>
                </a:solidFill>
              </a:rPr>
              <a:t>: Protecting the network and infrastructure from disruptions, unauthorized access, and other abuses. </a:t>
            </a:r>
          </a:p>
          <a:p>
            <a:pPr fontAlgn="base"/>
            <a:r>
              <a:rPr lang="en-US" dirty="0">
                <a:solidFill>
                  <a:schemeClr val="bg1"/>
                </a:solidFill>
                <a:highlight>
                  <a:srgbClr val="000080"/>
                </a:highlight>
              </a:rPr>
              <a:t>Application Security</a:t>
            </a:r>
            <a:r>
              <a:rPr lang="en-US" dirty="0">
                <a:solidFill>
                  <a:schemeClr val="tx2">
                    <a:lumMod val="60000"/>
                    <a:lumOff val="40000"/>
                  </a:schemeClr>
                </a:solidFill>
              </a:rPr>
              <a:t>: Securing software applications and the data they handle. </a:t>
            </a:r>
          </a:p>
          <a:p>
            <a:pPr fontAlgn="base"/>
            <a:r>
              <a:rPr lang="en-US" dirty="0">
                <a:solidFill>
                  <a:schemeClr val="bg1"/>
                </a:solidFill>
                <a:highlight>
                  <a:srgbClr val="000080"/>
                </a:highlight>
              </a:rPr>
              <a:t>Information Security</a:t>
            </a:r>
            <a:r>
              <a:rPr lang="en-US" dirty="0">
                <a:solidFill>
                  <a:schemeClr val="tx2">
                    <a:lumMod val="60000"/>
                    <a:lumOff val="40000"/>
                  </a:schemeClr>
                </a:solidFill>
              </a:rPr>
              <a:t>: Protecting sensitive information from unauthorized access, use, disclosure, disruption, modification, or destruction. </a:t>
            </a:r>
          </a:p>
          <a:p>
            <a:pPr fontAlgn="base"/>
            <a:r>
              <a:rPr lang="en-US" dirty="0">
                <a:solidFill>
                  <a:schemeClr val="bg1"/>
                </a:solidFill>
                <a:highlight>
                  <a:srgbClr val="000080"/>
                </a:highlight>
              </a:rPr>
              <a:t>Cloud Security</a:t>
            </a:r>
            <a:r>
              <a:rPr lang="en-US" dirty="0">
                <a:solidFill>
                  <a:schemeClr val="tx2">
                    <a:lumMod val="60000"/>
                    <a:lumOff val="40000"/>
                  </a:schemeClr>
                </a:solidFill>
              </a:rPr>
              <a:t>: Securing data and applications stored in the cloud. </a:t>
            </a:r>
          </a:p>
          <a:p>
            <a:pPr fontAlgn="base"/>
            <a:r>
              <a:rPr lang="en-US" dirty="0">
                <a:solidFill>
                  <a:schemeClr val="bg1"/>
                </a:solidFill>
                <a:highlight>
                  <a:srgbClr val="000080"/>
                </a:highlight>
              </a:rPr>
              <a:t>IoT Security</a:t>
            </a:r>
            <a:r>
              <a:rPr lang="en-US" dirty="0">
                <a:solidFill>
                  <a:schemeClr val="tx2">
                    <a:lumMod val="60000"/>
                    <a:lumOff val="40000"/>
                  </a:schemeClr>
                </a:solidFill>
              </a:rPr>
              <a:t>: Protecting Internet of Things (IoT) devices and networks. </a:t>
            </a:r>
          </a:p>
          <a:p>
            <a:pPr fontAlgn="base"/>
            <a:r>
              <a:rPr lang="en-US" dirty="0">
                <a:solidFill>
                  <a:schemeClr val="bg1"/>
                </a:solidFill>
                <a:highlight>
                  <a:srgbClr val="000080"/>
                </a:highlight>
              </a:rPr>
              <a:t>Identity and Access Management</a:t>
            </a:r>
            <a:r>
              <a:rPr lang="en-US" dirty="0">
                <a:solidFill>
                  <a:schemeClr val="tx2">
                    <a:lumMod val="60000"/>
                    <a:lumOff val="40000"/>
                  </a:schemeClr>
                </a:solidFill>
              </a:rPr>
              <a:t>: Ensuring that only authorized users have access to specific systems and data. </a:t>
            </a:r>
          </a:p>
          <a:p>
            <a:pPr marL="0" indent="0">
              <a:buNone/>
            </a:pPr>
            <a:endParaRPr lang="en-US" dirty="0">
              <a:solidFill>
                <a:schemeClr val="bg2">
                  <a:lumMod val="50000"/>
                </a:schemeClr>
              </a:solidFill>
            </a:endParaRPr>
          </a:p>
          <a:p>
            <a:endParaRPr lang="en-US" dirty="0">
              <a:solidFill>
                <a:schemeClr val="bg2">
                  <a:lumMod val="50000"/>
                </a:schemeClr>
              </a:solidFill>
            </a:endParaRPr>
          </a:p>
        </p:txBody>
      </p:sp>
      <p:sp>
        <p:nvSpPr>
          <p:cNvPr id="5" name="Slide Number Placeholder 4">
            <a:extLst>
              <a:ext uri="{FF2B5EF4-FFF2-40B4-BE49-F238E27FC236}">
                <a16:creationId xmlns:a16="http://schemas.microsoft.com/office/drawing/2014/main" id="{BB0E5E36-D96C-4398-B669-062BB17D6E82}"/>
              </a:ext>
            </a:extLst>
          </p:cNvPr>
          <p:cNvSpPr>
            <a:spLocks noGrp="1"/>
          </p:cNvSpPr>
          <p:nvPr>
            <p:ph type="sldNum" sz="quarter" idx="12"/>
          </p:nvPr>
        </p:nvSpPr>
        <p:spPr/>
        <p:txBody>
          <a:bodyPr/>
          <a:lstStyle/>
          <a:p>
            <a:fld id="{9B618960-8005-486C-9A75-10CB2AAC16F9}" type="slidenum">
              <a:rPr lang="en-US" smtClean="0"/>
              <a:t>7</a:t>
            </a:fld>
            <a:endParaRPr lang="en-US"/>
          </a:p>
        </p:txBody>
      </p:sp>
      <p:sp>
        <p:nvSpPr>
          <p:cNvPr id="6" name="Title 5">
            <a:extLst>
              <a:ext uri="{FF2B5EF4-FFF2-40B4-BE49-F238E27FC236}">
                <a16:creationId xmlns:a16="http://schemas.microsoft.com/office/drawing/2014/main" id="{B8C78DD2-F60C-426A-97AC-F9C95AA58B77}"/>
              </a:ext>
            </a:extLst>
          </p:cNvPr>
          <p:cNvSpPr>
            <a:spLocks noGrp="1"/>
          </p:cNvSpPr>
          <p:nvPr>
            <p:ph type="title"/>
          </p:nvPr>
        </p:nvSpPr>
        <p:spPr>
          <a:xfrm>
            <a:off x="1155700" y="973138"/>
            <a:ext cx="8824913" cy="708025"/>
          </a:xfrm>
        </p:spPr>
        <p:txBody>
          <a:bodyPr/>
          <a:lstStyle/>
          <a:p>
            <a:r>
              <a:rPr lang="en-US" u="sng" dirty="0"/>
              <a:t>TYPES OF CYBERSECURITY MEASURES</a:t>
            </a:r>
          </a:p>
        </p:txBody>
      </p:sp>
      <p:sp>
        <p:nvSpPr>
          <p:cNvPr id="7" name="Footer Placeholder 3">
            <a:extLst>
              <a:ext uri="{FF2B5EF4-FFF2-40B4-BE49-F238E27FC236}">
                <a16:creationId xmlns:a16="http://schemas.microsoft.com/office/drawing/2014/main" id="{564CF0D4-89EE-4988-B782-6EB0461CDAD9}"/>
              </a:ext>
            </a:extLst>
          </p:cNvPr>
          <p:cNvSpPr>
            <a:spLocks noGrp="1"/>
          </p:cNvSpPr>
          <p:nvPr>
            <p:ph type="ftr" sz="quarter" idx="11"/>
          </p:nvPr>
        </p:nvSpPr>
        <p:spPr>
          <a:xfrm>
            <a:off x="0" y="6531963"/>
            <a:ext cx="3867912" cy="310896"/>
          </a:xfrm>
        </p:spPr>
        <p:txBody>
          <a:bodyPr/>
          <a:lstStyle/>
          <a:p>
            <a:r>
              <a:rPr lang="en-US" sz="1400" dirty="0"/>
              <a:t>Jash A. Savsani</a:t>
            </a:r>
          </a:p>
        </p:txBody>
      </p:sp>
      <p:sp>
        <p:nvSpPr>
          <p:cNvPr id="2" name="Date Placeholder 1">
            <a:extLst>
              <a:ext uri="{FF2B5EF4-FFF2-40B4-BE49-F238E27FC236}">
                <a16:creationId xmlns:a16="http://schemas.microsoft.com/office/drawing/2014/main" id="{0E9F954E-E25A-433C-87C8-C09326EFD0CA}"/>
              </a:ext>
            </a:extLst>
          </p:cNvPr>
          <p:cNvSpPr>
            <a:spLocks noGrp="1"/>
          </p:cNvSpPr>
          <p:nvPr>
            <p:ph type="dt" sz="half" idx="10"/>
          </p:nvPr>
        </p:nvSpPr>
        <p:spPr/>
        <p:txBody>
          <a:bodyPr/>
          <a:lstStyle/>
          <a:p>
            <a:fld id="{DFC2A8E5-58CF-4CD2-B67E-AFD0F3A13E9C}" type="datetime1">
              <a:rPr lang="en-US" smtClean="0"/>
              <a:t>3/28/2025</a:t>
            </a:fld>
            <a:endParaRPr lang="en-US"/>
          </a:p>
        </p:txBody>
      </p:sp>
    </p:spTree>
    <p:extLst>
      <p:ext uri="{BB962C8B-B14F-4D97-AF65-F5344CB8AC3E}">
        <p14:creationId xmlns:p14="http://schemas.microsoft.com/office/powerpoint/2010/main" val="3697129804"/>
      </p:ext>
    </p:extLst>
  </p:cSld>
  <p:clrMapOvr>
    <a:masterClrMapping/>
  </p:clrMapOvr>
  <mc:AlternateContent xmlns:mc="http://schemas.openxmlformats.org/markup-compatibility/2006" xmlns:p14="http://schemas.microsoft.com/office/powerpoint/2010/main">
    <mc:Choice Requires="p14">
      <p:transition spd="slow" p14:dur="3900">
        <p14:glitter dir="r" pattern="hexago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left)">
                                      <p:cBhvr>
                                        <p:cTn id="12" dur="75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left)">
                                      <p:cBhvr>
                                        <p:cTn id="17" dur="75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wipe(left)">
                                      <p:cBhvr>
                                        <p:cTn id="22" dur="75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wipe(left)">
                                      <p:cBhvr>
                                        <p:cTn id="27" dur="75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wipe(left)">
                                      <p:cBhvr>
                                        <p:cTn id="32" dur="75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wipe(left)">
                                      <p:cBhvr>
                                        <p:cTn id="37" dur="75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ADA9A-95C9-46E1-A2CF-8B2AD6A8B498}"/>
              </a:ext>
            </a:extLst>
          </p:cNvPr>
          <p:cNvSpPr>
            <a:spLocks noGrp="1"/>
          </p:cNvSpPr>
          <p:nvPr>
            <p:ph type="title"/>
          </p:nvPr>
        </p:nvSpPr>
        <p:spPr/>
        <p:txBody>
          <a:bodyPr/>
          <a:lstStyle/>
          <a:p>
            <a:r>
              <a:rPr lang="en-US" u="sng" dirty="0"/>
              <a:t>CYBERSECURITY METRIC</a:t>
            </a:r>
          </a:p>
        </p:txBody>
      </p:sp>
      <p:sp>
        <p:nvSpPr>
          <p:cNvPr id="4" name="Date Placeholder 3">
            <a:extLst>
              <a:ext uri="{FF2B5EF4-FFF2-40B4-BE49-F238E27FC236}">
                <a16:creationId xmlns:a16="http://schemas.microsoft.com/office/drawing/2014/main" id="{9FA83B7D-3CEB-47F1-AEF0-293C3D987ABF}"/>
              </a:ext>
            </a:extLst>
          </p:cNvPr>
          <p:cNvSpPr>
            <a:spLocks noGrp="1"/>
          </p:cNvSpPr>
          <p:nvPr>
            <p:ph type="dt" sz="half" idx="10"/>
          </p:nvPr>
        </p:nvSpPr>
        <p:spPr/>
        <p:txBody>
          <a:bodyPr/>
          <a:lstStyle/>
          <a:p>
            <a:fld id="{4C7362E5-5ACF-47D0-A880-8E46279EF564}" type="datetime1">
              <a:rPr lang="en-US" smtClean="0"/>
              <a:t>3/28/2025</a:t>
            </a:fld>
            <a:endParaRPr lang="en-US"/>
          </a:p>
        </p:txBody>
      </p:sp>
      <p:sp>
        <p:nvSpPr>
          <p:cNvPr id="6" name="Slide Number Placeholder 5">
            <a:extLst>
              <a:ext uri="{FF2B5EF4-FFF2-40B4-BE49-F238E27FC236}">
                <a16:creationId xmlns:a16="http://schemas.microsoft.com/office/drawing/2014/main" id="{BA2CC004-EA54-477B-9477-4EF993CEE021}"/>
              </a:ext>
            </a:extLst>
          </p:cNvPr>
          <p:cNvSpPr>
            <a:spLocks noGrp="1"/>
          </p:cNvSpPr>
          <p:nvPr>
            <p:ph type="sldNum" sz="quarter" idx="12"/>
          </p:nvPr>
        </p:nvSpPr>
        <p:spPr/>
        <p:txBody>
          <a:bodyPr/>
          <a:lstStyle/>
          <a:p>
            <a:fld id="{9B618960-8005-486C-9A75-10CB2AAC16F9}" type="slidenum">
              <a:rPr lang="en-US" smtClean="0"/>
              <a:t>8</a:t>
            </a:fld>
            <a:endParaRPr lang="en-US"/>
          </a:p>
        </p:txBody>
      </p:sp>
      <p:graphicFrame>
        <p:nvGraphicFramePr>
          <p:cNvPr id="33" name="Chart 32">
            <a:extLst>
              <a:ext uri="{FF2B5EF4-FFF2-40B4-BE49-F238E27FC236}">
                <a16:creationId xmlns:a16="http://schemas.microsoft.com/office/drawing/2014/main" id="{6489B7E9-084A-4A7B-8C65-8969B2182348}"/>
              </a:ext>
            </a:extLst>
          </p:cNvPr>
          <p:cNvGraphicFramePr/>
          <p:nvPr>
            <p:extLst>
              <p:ext uri="{D42A27DB-BD31-4B8C-83A1-F6EECF244321}">
                <p14:modId xmlns:p14="http://schemas.microsoft.com/office/powerpoint/2010/main" val="2801037241"/>
              </p:ext>
            </p:extLst>
          </p:nvPr>
        </p:nvGraphicFramePr>
        <p:xfrm>
          <a:off x="1669774" y="2372140"/>
          <a:ext cx="8490226" cy="3766194"/>
        </p:xfrm>
        <a:graphic>
          <a:graphicData uri="http://schemas.openxmlformats.org/drawingml/2006/chart">
            <c:chart xmlns:c="http://schemas.openxmlformats.org/drawingml/2006/chart" xmlns:r="http://schemas.openxmlformats.org/officeDocument/2006/relationships" r:id="rId2"/>
          </a:graphicData>
        </a:graphic>
      </p:graphicFrame>
      <p:sp>
        <p:nvSpPr>
          <p:cNvPr id="34" name="Footer Placeholder 2">
            <a:extLst>
              <a:ext uri="{FF2B5EF4-FFF2-40B4-BE49-F238E27FC236}">
                <a16:creationId xmlns:a16="http://schemas.microsoft.com/office/drawing/2014/main" id="{C69FB5AC-74AC-4DEB-8EB2-AD69A0DE7B52}"/>
              </a:ext>
            </a:extLst>
          </p:cNvPr>
          <p:cNvSpPr>
            <a:spLocks noGrp="1"/>
          </p:cNvSpPr>
          <p:nvPr>
            <p:ph type="ftr" sz="quarter" idx="11"/>
          </p:nvPr>
        </p:nvSpPr>
        <p:spPr>
          <a:xfrm>
            <a:off x="0" y="6471710"/>
            <a:ext cx="3867912" cy="371149"/>
          </a:xfrm>
        </p:spPr>
        <p:txBody>
          <a:bodyPr/>
          <a:lstStyle/>
          <a:p>
            <a:r>
              <a:rPr lang="en-US" sz="1400" dirty="0"/>
              <a:t>Jash A. Savsani</a:t>
            </a:r>
          </a:p>
        </p:txBody>
      </p:sp>
    </p:spTree>
    <p:extLst>
      <p:ext uri="{BB962C8B-B14F-4D97-AF65-F5344CB8AC3E}">
        <p14:creationId xmlns:p14="http://schemas.microsoft.com/office/powerpoint/2010/main" val="1804829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1000" fill="hold"/>
                                        <p:tgtEl>
                                          <p:spTgt spid="33"/>
                                        </p:tgtEl>
                                        <p:attrNameLst>
                                          <p:attrName>ppt_x</p:attrName>
                                        </p:attrNameLst>
                                      </p:cBhvr>
                                      <p:tavLst>
                                        <p:tav tm="0">
                                          <p:val>
                                            <p:strVal val="#ppt_x"/>
                                          </p:val>
                                        </p:tav>
                                        <p:tav tm="100000">
                                          <p:val>
                                            <p:strVal val="#ppt_x"/>
                                          </p:val>
                                        </p:tav>
                                      </p:tavLst>
                                    </p:anim>
                                    <p:anim calcmode="lin" valueType="num">
                                      <p:cBhvr additive="base">
                                        <p:cTn id="8" dur="1000" fill="hold"/>
                                        <p:tgtEl>
                                          <p:spTgt spid="3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3" grpId="0">
        <p:bldAsOne/>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E573D-04B8-4ACB-9EAB-8109A0C80802}"/>
              </a:ext>
            </a:extLst>
          </p:cNvPr>
          <p:cNvSpPr>
            <a:spLocks noGrp="1"/>
          </p:cNvSpPr>
          <p:nvPr>
            <p:ph type="title"/>
          </p:nvPr>
        </p:nvSpPr>
        <p:spPr/>
        <p:txBody>
          <a:bodyPr/>
          <a:lstStyle/>
          <a:p>
            <a:r>
              <a:rPr lang="en-US" u="sng" dirty="0"/>
              <a:t>INFORMATION SECURITY PRACTICES</a:t>
            </a:r>
          </a:p>
        </p:txBody>
      </p:sp>
      <p:sp>
        <p:nvSpPr>
          <p:cNvPr id="3" name="Content Placeholder 2">
            <a:extLst>
              <a:ext uri="{FF2B5EF4-FFF2-40B4-BE49-F238E27FC236}">
                <a16:creationId xmlns:a16="http://schemas.microsoft.com/office/drawing/2014/main" id="{1C19B8F1-9095-40E8-863F-D635CE80FA14}"/>
              </a:ext>
            </a:extLst>
          </p:cNvPr>
          <p:cNvSpPr>
            <a:spLocks noGrp="1"/>
          </p:cNvSpPr>
          <p:nvPr>
            <p:ph idx="1"/>
          </p:nvPr>
        </p:nvSpPr>
        <p:spPr/>
        <p:txBody>
          <a:bodyPr/>
          <a:lstStyle/>
          <a:p>
            <a:r>
              <a:rPr lang="en-US" dirty="0">
                <a:solidFill>
                  <a:schemeClr val="bg2">
                    <a:lumMod val="50000"/>
                  </a:schemeClr>
                </a:solidFill>
              </a:rPr>
              <a:t>Employee behavior can have a big impact on </a:t>
            </a:r>
            <a:r>
              <a:rPr lang="en-US" dirty="0">
                <a:solidFill>
                  <a:schemeClr val="bg2">
                    <a:lumMod val="50000"/>
                  </a:schemeClr>
                </a:solidFill>
                <a:hlinkClick r:id="rId2" tooltip="Information security">
                  <a:extLst>
                    <a:ext uri="{A12FA001-AC4F-418D-AE19-62706E023703}">
                      <ahyp:hlinkClr xmlns:ahyp="http://schemas.microsoft.com/office/drawing/2018/hyperlinkcolor" val="tx"/>
                    </a:ext>
                  </a:extLst>
                </a:hlinkClick>
              </a:rPr>
              <a:t>information security</a:t>
            </a:r>
            <a:r>
              <a:rPr lang="en-US" dirty="0">
                <a:solidFill>
                  <a:schemeClr val="bg2">
                    <a:lumMod val="50000"/>
                  </a:schemeClr>
                </a:solidFill>
              </a:rPr>
              <a:t> in organizations. Cultural concepts can help different segments of the organization work effectively or work against effectiveness toward Information security within an organization. </a:t>
            </a:r>
          </a:p>
          <a:p>
            <a:r>
              <a:rPr lang="en-US" dirty="0">
                <a:solidFill>
                  <a:schemeClr val="bg2">
                    <a:lumMod val="50000"/>
                  </a:schemeClr>
                </a:solidFill>
              </a:rPr>
              <a:t>Andersson and Reimers (2014) found that employees often do not see themselves as part of their organization's information security effort and often take actions that impede organizational changes. Indeed, the Verizon Data Breach Investigations Report 2020, which examined 3,950 security breaches, discovered 30% of cybersecurity incidents involved internal actors within a company.</a:t>
            </a:r>
          </a:p>
        </p:txBody>
      </p:sp>
      <p:sp>
        <p:nvSpPr>
          <p:cNvPr id="4" name="Footer Placeholder 3">
            <a:extLst>
              <a:ext uri="{FF2B5EF4-FFF2-40B4-BE49-F238E27FC236}">
                <a16:creationId xmlns:a16="http://schemas.microsoft.com/office/drawing/2014/main" id="{93FCEB2B-6E70-49D4-8DAC-0B9514DCDAF1}"/>
              </a:ext>
            </a:extLst>
          </p:cNvPr>
          <p:cNvSpPr>
            <a:spLocks noGrp="1"/>
          </p:cNvSpPr>
          <p:nvPr>
            <p:ph type="ftr" sz="quarter" idx="11"/>
          </p:nvPr>
        </p:nvSpPr>
        <p:spPr/>
        <p:txBody>
          <a:bodyPr/>
          <a:lstStyle/>
          <a:p>
            <a:r>
              <a:rPr lang="en-US" sz="1400" dirty="0"/>
              <a:t>Jash A. Savsani</a:t>
            </a:r>
          </a:p>
        </p:txBody>
      </p:sp>
      <p:sp>
        <p:nvSpPr>
          <p:cNvPr id="5" name="Slide Number Placeholder 4">
            <a:extLst>
              <a:ext uri="{FF2B5EF4-FFF2-40B4-BE49-F238E27FC236}">
                <a16:creationId xmlns:a16="http://schemas.microsoft.com/office/drawing/2014/main" id="{3708F13F-E460-41AE-A79A-8A6AC70EE4ED}"/>
              </a:ext>
            </a:extLst>
          </p:cNvPr>
          <p:cNvSpPr>
            <a:spLocks noGrp="1"/>
          </p:cNvSpPr>
          <p:nvPr>
            <p:ph type="sldNum" sz="quarter" idx="12"/>
          </p:nvPr>
        </p:nvSpPr>
        <p:spPr/>
        <p:txBody>
          <a:bodyPr/>
          <a:lstStyle/>
          <a:p>
            <a:fld id="{9B618960-8005-486C-9A75-10CB2AAC16F9}" type="slidenum">
              <a:rPr lang="en-US" smtClean="0"/>
              <a:t>9</a:t>
            </a:fld>
            <a:endParaRPr lang="en-US"/>
          </a:p>
        </p:txBody>
      </p:sp>
      <p:sp>
        <p:nvSpPr>
          <p:cNvPr id="6" name="Date Placeholder 5">
            <a:extLst>
              <a:ext uri="{FF2B5EF4-FFF2-40B4-BE49-F238E27FC236}">
                <a16:creationId xmlns:a16="http://schemas.microsoft.com/office/drawing/2014/main" id="{CC0EE2D4-B692-41F4-8C63-D7D78BFD8E43}"/>
              </a:ext>
            </a:extLst>
          </p:cNvPr>
          <p:cNvSpPr>
            <a:spLocks noGrp="1"/>
          </p:cNvSpPr>
          <p:nvPr>
            <p:ph type="dt" sz="half" idx="10"/>
          </p:nvPr>
        </p:nvSpPr>
        <p:spPr/>
        <p:txBody>
          <a:bodyPr/>
          <a:lstStyle/>
          <a:p>
            <a:fld id="{8C6C8BEA-2C3F-4979-952D-8EFD16F6FD29}" type="datetime1">
              <a:rPr lang="en-US" smtClean="0"/>
              <a:t>3/28/2025</a:t>
            </a:fld>
            <a:endParaRPr lang="en-US"/>
          </a:p>
        </p:txBody>
      </p:sp>
    </p:spTree>
    <p:extLst>
      <p:ext uri="{BB962C8B-B14F-4D97-AF65-F5344CB8AC3E}">
        <p14:creationId xmlns:p14="http://schemas.microsoft.com/office/powerpoint/2010/main" val="3356343308"/>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250"/>
                                        <p:tgtEl>
                                          <p:spTgt spid="2"/>
                                        </p:tgtEl>
                                      </p:cBhvr>
                                    </p:animEffect>
                                    <p:anim calcmode="lin" valueType="num">
                                      <p:cBhvr>
                                        <p:cTn id="8" dur="1250" fill="hold"/>
                                        <p:tgtEl>
                                          <p:spTgt spid="2"/>
                                        </p:tgtEl>
                                        <p:attrNameLst>
                                          <p:attrName>ppt_w</p:attrName>
                                        </p:attrNameLst>
                                      </p:cBhvr>
                                      <p:tavLst>
                                        <p:tav tm="0" fmla="#ppt_w*sin(2.5*pi*$)">
                                          <p:val>
                                            <p:fltVal val="0"/>
                                          </p:val>
                                        </p:tav>
                                        <p:tav tm="100000">
                                          <p:val>
                                            <p:fltVal val="1"/>
                                          </p:val>
                                        </p:tav>
                                      </p:tavLst>
                                    </p:anim>
                                    <p:anim calcmode="lin" valueType="num">
                                      <p:cBhvr>
                                        <p:cTn id="9" dur="125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1"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 calcmode="lin" valueType="num">
                                      <p:cBhvr additive="base">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5" dur="1000" fill="hold"/>
                                        <p:tgtEl>
                                          <p:spTgt spid="3">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1" fill="hold"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 calcmode="lin" valueType="num">
                                      <p:cBhvr additive="base">
                                        <p:cTn id="20"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1" dur="1000" fill="hold"/>
                                        <p:tgtEl>
                                          <p:spTgt spid="3">
                                            <p:txEl>
                                              <p:pRg st="1" end="1"/>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CAABDAE-D4A7-42EB-A0EF-5475A900951B}"/>
              </a:ext>
            </a:extLst>
          </p:cNvPr>
          <p:cNvSpPr>
            <a:spLocks noGrp="1"/>
          </p:cNvSpPr>
          <p:nvPr>
            <p:ph type="ftr" sz="quarter" idx="11"/>
          </p:nvPr>
        </p:nvSpPr>
        <p:spPr>
          <a:xfrm>
            <a:off x="0" y="6471710"/>
            <a:ext cx="3867912" cy="371149"/>
          </a:xfrm>
        </p:spPr>
        <p:txBody>
          <a:bodyPr/>
          <a:lstStyle/>
          <a:p>
            <a:r>
              <a:rPr lang="en-US" dirty="0"/>
              <a:t>Jash A. Savsani</a:t>
            </a:r>
          </a:p>
        </p:txBody>
      </p:sp>
      <p:sp>
        <p:nvSpPr>
          <p:cNvPr id="4" name="Slide Number Placeholder 3">
            <a:extLst>
              <a:ext uri="{FF2B5EF4-FFF2-40B4-BE49-F238E27FC236}">
                <a16:creationId xmlns:a16="http://schemas.microsoft.com/office/drawing/2014/main" id="{E76AFBBD-D1A0-46AC-839D-A9B1EDF9665C}"/>
              </a:ext>
            </a:extLst>
          </p:cNvPr>
          <p:cNvSpPr>
            <a:spLocks noGrp="1"/>
          </p:cNvSpPr>
          <p:nvPr>
            <p:ph type="sldNum" sz="quarter" idx="12"/>
          </p:nvPr>
        </p:nvSpPr>
        <p:spPr/>
        <p:txBody>
          <a:bodyPr/>
          <a:lstStyle/>
          <a:p>
            <a:fld id="{9B618960-8005-486C-9A75-10CB2AAC16F9}" type="slidenum">
              <a:rPr lang="en-US" smtClean="0"/>
              <a:t>10</a:t>
            </a:fld>
            <a:endParaRPr lang="en-US"/>
          </a:p>
        </p:txBody>
      </p:sp>
      <p:sp>
        <p:nvSpPr>
          <p:cNvPr id="5" name="Title 1">
            <a:extLst>
              <a:ext uri="{FF2B5EF4-FFF2-40B4-BE49-F238E27FC236}">
                <a16:creationId xmlns:a16="http://schemas.microsoft.com/office/drawing/2014/main" id="{51BD585D-0C27-4F8E-A86F-BB23031B204D}"/>
              </a:ext>
            </a:extLst>
          </p:cNvPr>
          <p:cNvSpPr>
            <a:spLocks noGrp="1"/>
          </p:cNvSpPr>
          <p:nvPr>
            <p:ph type="title"/>
          </p:nvPr>
        </p:nvSpPr>
        <p:spPr>
          <a:xfrm>
            <a:off x="569844" y="1045273"/>
            <a:ext cx="10620895" cy="767688"/>
          </a:xfrm>
        </p:spPr>
        <p:txBody>
          <a:bodyPr/>
          <a:lstStyle/>
          <a:p>
            <a:r>
              <a:rPr lang="en-US" u="sng" dirty="0"/>
              <a:t>INFORMATION SECURITY PRACTICES(CONTINUE)</a:t>
            </a:r>
          </a:p>
        </p:txBody>
      </p:sp>
      <p:sp>
        <p:nvSpPr>
          <p:cNvPr id="6" name="Content Placeholder 2">
            <a:extLst>
              <a:ext uri="{FF2B5EF4-FFF2-40B4-BE49-F238E27FC236}">
                <a16:creationId xmlns:a16="http://schemas.microsoft.com/office/drawing/2014/main" id="{2C3DFB02-4386-44D7-92A4-AE7BDCE3F549}"/>
              </a:ext>
            </a:extLst>
          </p:cNvPr>
          <p:cNvSpPr txBox="1">
            <a:spLocks/>
          </p:cNvSpPr>
          <p:nvPr/>
        </p:nvSpPr>
        <p:spPr>
          <a:xfrm>
            <a:off x="569844" y="2319129"/>
            <a:ext cx="11065565" cy="3949149"/>
          </a:xfrm>
          <a:prstGeom prst="rect">
            <a:avLst/>
          </a:prstGeom>
        </p:spPr>
        <p:txBody>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bg2">
                    <a:lumMod val="7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bg2">
                    <a:lumMod val="7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bg2">
                    <a:lumMod val="7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bg2">
                    <a:lumMod val="7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bg2">
                    <a:lumMod val="7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r>
              <a:rPr lang="en-US" dirty="0">
                <a:solidFill>
                  <a:schemeClr val="bg2">
                    <a:lumMod val="50000"/>
                  </a:schemeClr>
                </a:solidFill>
              </a:rPr>
              <a:t>Research shows information security culture needs to be improved continuously. In "Information Security Culture from Analysis to Change", authors commented, "It's a </a:t>
            </a:r>
            <a:r>
              <a:rPr lang="en-US" dirty="0">
                <a:solidFill>
                  <a:schemeClr val="tx2">
                    <a:lumMod val="60000"/>
                    <a:lumOff val="40000"/>
                  </a:schemeClr>
                </a:solidFill>
              </a:rPr>
              <a:t>never-ending process, a cycle of evaluation and change or maintenance." To manage </a:t>
            </a:r>
            <a:r>
              <a:rPr lang="en-US" dirty="0">
                <a:solidFill>
                  <a:schemeClr val="bg2">
                    <a:lumMod val="50000"/>
                  </a:schemeClr>
                </a:solidFill>
              </a:rPr>
              <a:t>the information security culture, five steps should be taken: pre-evaluation, strategic planning, operative planning, implementation, and post-evaluation</a:t>
            </a:r>
          </a:p>
          <a:p>
            <a:r>
              <a:rPr lang="en-US" dirty="0">
                <a:solidFill>
                  <a:schemeClr val="bg2">
                    <a:lumMod val="50000"/>
                  </a:schemeClr>
                </a:solidFill>
              </a:rPr>
              <a:t>Pre-evaluation: To identify the awareness of information security within employees and to analyze the current security policies.</a:t>
            </a:r>
          </a:p>
          <a:p>
            <a:r>
              <a:rPr lang="en-US" dirty="0">
                <a:solidFill>
                  <a:schemeClr val="bg2">
                    <a:lumMod val="50000"/>
                  </a:schemeClr>
                </a:solidFill>
              </a:rPr>
              <a:t>Strategic planning: To come up with a better awareness program, clear targets need to be set. Assembling a team of skilled professionals is helpful to achieve it.</a:t>
            </a:r>
          </a:p>
          <a:p>
            <a:r>
              <a:rPr lang="en-US" dirty="0">
                <a:solidFill>
                  <a:schemeClr val="bg2">
                    <a:lumMod val="50000"/>
                  </a:schemeClr>
                </a:solidFill>
              </a:rPr>
              <a:t>Operative planning: A good security culture can be established based on internal communication, management buy-in, security awareness and a training program.</a:t>
            </a:r>
          </a:p>
          <a:p>
            <a:endParaRPr lang="en-US" dirty="0"/>
          </a:p>
        </p:txBody>
      </p:sp>
      <p:sp>
        <p:nvSpPr>
          <p:cNvPr id="2" name="Date Placeholder 1">
            <a:extLst>
              <a:ext uri="{FF2B5EF4-FFF2-40B4-BE49-F238E27FC236}">
                <a16:creationId xmlns:a16="http://schemas.microsoft.com/office/drawing/2014/main" id="{7625FBC8-C1D2-4C59-BB55-83760B390841}"/>
              </a:ext>
            </a:extLst>
          </p:cNvPr>
          <p:cNvSpPr>
            <a:spLocks noGrp="1"/>
          </p:cNvSpPr>
          <p:nvPr>
            <p:ph type="dt" sz="half" idx="10"/>
          </p:nvPr>
        </p:nvSpPr>
        <p:spPr/>
        <p:txBody>
          <a:bodyPr/>
          <a:lstStyle/>
          <a:p>
            <a:fld id="{19622866-5DDB-4302-ABD2-F4D75CC48301}" type="datetime1">
              <a:rPr lang="en-US" smtClean="0"/>
              <a:t>3/28/2025</a:t>
            </a:fld>
            <a:endParaRPr lang="en-US"/>
          </a:p>
        </p:txBody>
      </p:sp>
    </p:spTree>
    <p:extLst>
      <p:ext uri="{BB962C8B-B14F-4D97-AF65-F5344CB8AC3E}">
        <p14:creationId xmlns:p14="http://schemas.microsoft.com/office/powerpoint/2010/main" val="3967017440"/>
      </p:ext>
    </p:extLst>
  </p:cSld>
  <p:clrMapOvr>
    <a:masterClrMapping/>
  </p:clrMapOvr>
  <mc:AlternateContent xmlns:mc="http://schemas.openxmlformats.org/markup-compatibility/2006" xmlns:p14="http://schemas.microsoft.com/office/powerpoint/2010/main">
    <mc:Choice Requires="p14">
      <p:transition spd="slow" p14:dur="1400">
        <p14:door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3"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wheel(3)">
                                      <p:cBhvr>
                                        <p:cTn id="12" dur="20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3" fill="hold"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wheel(3)">
                                      <p:cBhvr>
                                        <p:cTn id="17" dur="2000"/>
                                        <p:tgtEl>
                                          <p:spTgt spid="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8" fill="hold" nodeType="click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wheel(8)">
                                      <p:cBhvr>
                                        <p:cTn id="22" dur="2000"/>
                                        <p:tgtEl>
                                          <p:spTgt spid="6">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1" presetClass="entr" presetSubtype="8" fill="hold" nodeType="clickEffect">
                                  <p:stCondLst>
                                    <p:cond delay="0"/>
                                  </p:stCondLst>
                                  <p:childTnLst>
                                    <p:set>
                                      <p:cBhvr>
                                        <p:cTn id="26" dur="1" fill="hold">
                                          <p:stCondLst>
                                            <p:cond delay="0"/>
                                          </p:stCondLst>
                                        </p:cTn>
                                        <p:tgtEl>
                                          <p:spTgt spid="6">
                                            <p:txEl>
                                              <p:pRg st="3" end="3"/>
                                            </p:txEl>
                                          </p:spTgt>
                                        </p:tgtEl>
                                        <p:attrNameLst>
                                          <p:attrName>style.visibility</p:attrName>
                                        </p:attrNameLst>
                                      </p:cBhvr>
                                      <p:to>
                                        <p:strVal val="visible"/>
                                      </p:to>
                                    </p:set>
                                    <p:animEffect transition="in" filter="wheel(8)">
                                      <p:cBhvr>
                                        <p:cTn id="27" dur="20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561A6-2DE7-4D88-84C2-EE9E6C935AB9}"/>
              </a:ext>
            </a:extLst>
          </p:cNvPr>
          <p:cNvSpPr>
            <a:spLocks noGrp="1"/>
          </p:cNvSpPr>
          <p:nvPr>
            <p:ph type="title"/>
          </p:nvPr>
        </p:nvSpPr>
        <p:spPr>
          <a:xfrm>
            <a:off x="654714" y="878047"/>
            <a:ext cx="9697826" cy="704088"/>
          </a:xfrm>
        </p:spPr>
        <p:txBody>
          <a:bodyPr/>
          <a:lstStyle/>
          <a:p>
            <a:r>
              <a:rPr lang="en-US" u="sng" dirty="0"/>
              <a:t>CYBERSECURITY THREATS &amp; CYBER ATTACKS </a:t>
            </a:r>
          </a:p>
        </p:txBody>
      </p:sp>
      <p:sp>
        <p:nvSpPr>
          <p:cNvPr id="3" name="Date Placeholder 2">
            <a:extLst>
              <a:ext uri="{FF2B5EF4-FFF2-40B4-BE49-F238E27FC236}">
                <a16:creationId xmlns:a16="http://schemas.microsoft.com/office/drawing/2014/main" id="{8E9B5CEE-F308-493D-B83F-319BC7A282A6}"/>
              </a:ext>
            </a:extLst>
          </p:cNvPr>
          <p:cNvSpPr>
            <a:spLocks noGrp="1"/>
          </p:cNvSpPr>
          <p:nvPr>
            <p:ph type="dt" sz="half" idx="10"/>
          </p:nvPr>
        </p:nvSpPr>
        <p:spPr/>
        <p:txBody>
          <a:bodyPr/>
          <a:lstStyle/>
          <a:p>
            <a:fld id="{C4439414-174C-4365-8D70-6831A9ADC929}" type="datetime1">
              <a:rPr lang="en-US" smtClean="0"/>
              <a:t>3/28/2025</a:t>
            </a:fld>
            <a:endParaRPr lang="en-US"/>
          </a:p>
        </p:txBody>
      </p:sp>
      <p:sp>
        <p:nvSpPr>
          <p:cNvPr id="4" name="Footer Placeholder 3">
            <a:extLst>
              <a:ext uri="{FF2B5EF4-FFF2-40B4-BE49-F238E27FC236}">
                <a16:creationId xmlns:a16="http://schemas.microsoft.com/office/drawing/2014/main" id="{455BFE86-EE74-4CBA-A554-878A0A75CA45}"/>
              </a:ext>
            </a:extLst>
          </p:cNvPr>
          <p:cNvSpPr>
            <a:spLocks noGrp="1"/>
          </p:cNvSpPr>
          <p:nvPr>
            <p:ph type="ftr" sz="quarter" idx="11"/>
          </p:nvPr>
        </p:nvSpPr>
        <p:spPr/>
        <p:txBody>
          <a:bodyPr/>
          <a:lstStyle/>
          <a:p>
            <a:r>
              <a:rPr lang="en-US" dirty="0"/>
              <a:t>Jash A. Savsani</a:t>
            </a:r>
          </a:p>
        </p:txBody>
      </p:sp>
      <p:sp>
        <p:nvSpPr>
          <p:cNvPr id="5" name="Slide Number Placeholder 4">
            <a:extLst>
              <a:ext uri="{FF2B5EF4-FFF2-40B4-BE49-F238E27FC236}">
                <a16:creationId xmlns:a16="http://schemas.microsoft.com/office/drawing/2014/main" id="{0067E21C-FA2D-4766-8185-7CA02D46B513}"/>
              </a:ext>
            </a:extLst>
          </p:cNvPr>
          <p:cNvSpPr>
            <a:spLocks noGrp="1"/>
          </p:cNvSpPr>
          <p:nvPr>
            <p:ph type="sldNum" sz="quarter" idx="12"/>
          </p:nvPr>
        </p:nvSpPr>
        <p:spPr/>
        <p:txBody>
          <a:bodyPr/>
          <a:lstStyle/>
          <a:p>
            <a:fld id="{9B618960-8005-486C-9A75-10CB2AAC16F9}" type="slidenum">
              <a:rPr lang="en-US" smtClean="0"/>
              <a:t>11</a:t>
            </a:fld>
            <a:endParaRPr lang="en-US"/>
          </a:p>
        </p:txBody>
      </p:sp>
      <p:graphicFrame>
        <p:nvGraphicFramePr>
          <p:cNvPr id="8" name="Chart 7">
            <a:extLst>
              <a:ext uri="{FF2B5EF4-FFF2-40B4-BE49-F238E27FC236}">
                <a16:creationId xmlns:a16="http://schemas.microsoft.com/office/drawing/2014/main" id="{6325E2FE-2236-40E4-B9C7-DEC56D1BC5AE}"/>
              </a:ext>
            </a:extLst>
          </p:cNvPr>
          <p:cNvGraphicFramePr/>
          <p:nvPr>
            <p:extLst>
              <p:ext uri="{D42A27DB-BD31-4B8C-83A1-F6EECF244321}">
                <p14:modId xmlns:p14="http://schemas.microsoft.com/office/powerpoint/2010/main" val="135865000"/>
              </p:ext>
            </p:extLst>
          </p:nvPr>
        </p:nvGraphicFramePr>
        <p:xfrm>
          <a:off x="25428" y="2385392"/>
          <a:ext cx="5989984" cy="380595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3" name="Chart 22">
            <a:extLst>
              <a:ext uri="{FF2B5EF4-FFF2-40B4-BE49-F238E27FC236}">
                <a16:creationId xmlns:a16="http://schemas.microsoft.com/office/drawing/2014/main" id="{A1478B37-952F-4D14-8D0F-1F056E3C9217}"/>
              </a:ext>
            </a:extLst>
          </p:cNvPr>
          <p:cNvGraphicFramePr/>
          <p:nvPr>
            <p:extLst>
              <p:ext uri="{D42A27DB-BD31-4B8C-83A1-F6EECF244321}">
                <p14:modId xmlns:p14="http://schemas.microsoft.com/office/powerpoint/2010/main" val="1805790366"/>
              </p:ext>
            </p:extLst>
          </p:nvPr>
        </p:nvGraphicFramePr>
        <p:xfrm>
          <a:off x="5690538" y="2432700"/>
          <a:ext cx="5778101" cy="349152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51446506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8">
                                            <p:graphicEl>
                                              <a:chart seriesIdx="-3" categoryIdx="-3" bldStep="gridLegend"/>
                                            </p:graphic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8">
                                            <p:graphicEl>
                                              <a:chart seriesIdx="-4" categoryIdx="0" bldStep="category"/>
                                            </p:graphic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8">
                                            <p:graphicEl>
                                              <a:chart seriesIdx="-4" categoryIdx="1" bldStep="category"/>
                                            </p:graphic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graphicEl>
                                              <a:chart seriesIdx="-4" categoryIdx="2" bldStep="category"/>
                                            </p:graphic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8">
                                            <p:graphicEl>
                                              <a:chart seriesIdx="-4" categoryIdx="3" bldStep="category"/>
                                            </p:graphic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8">
                                            <p:graphicEl>
                                              <a:chart seriesIdx="-4" categoryIdx="4" bldStep="category"/>
                                            </p:graphic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23">
                                            <p:graphicEl>
                                              <a:chart seriesIdx="-3" categoryIdx="-3" bldStep="gridLegend"/>
                                            </p:graphic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23">
                                            <p:graphicEl>
                                              <a:chart seriesIdx="-4" categoryIdx="0" bldStep="category"/>
                                            </p:graphic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23">
                                            <p:graphicEl>
                                              <a:chart seriesIdx="-4" categoryIdx="1" bldStep="category"/>
                                            </p:graphic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23">
                                            <p:graphicEl>
                                              <a:chart seriesIdx="-4" categoryIdx="2" bldStep="category"/>
                                            </p:graphicEl>
                                          </p:spTgt>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23">
                                            <p:graphicEl>
                                              <a:chart seriesIdx="-4" categoryIdx="3" bldStep="category"/>
                                            </p:graphicEl>
                                          </p:spTgt>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23">
                                            <p:graphicEl>
                                              <a:chart seriesIdx="-4" categoryIdx="4" bldStep="category"/>
                                            </p:graphicEl>
                                          </p:spTgt>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23">
                                            <p:graphicEl>
                                              <a:chart seriesIdx="-4" categoryIdx="5" bldStep="category"/>
                                            </p:graphicEl>
                                          </p:spTgt>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23">
                                            <p:graphicEl>
                                              <a:chart seriesIdx="-4" categoryIdx="6" bldStep="category"/>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Graphic spid="8" grpId="0">
        <p:bldSub>
          <a:bldChart bld="category"/>
        </p:bldSub>
      </p:bldGraphic>
      <p:bldGraphic spid="23" grpId="0">
        <p:bldSub>
          <a:bldChart bld="category"/>
        </p:bldSub>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90913-4942-4EF6-BF14-A35C20E4384C}"/>
              </a:ext>
            </a:extLst>
          </p:cNvPr>
          <p:cNvSpPr>
            <a:spLocks noGrp="1"/>
          </p:cNvSpPr>
          <p:nvPr>
            <p:ph type="title"/>
          </p:nvPr>
        </p:nvSpPr>
        <p:spPr>
          <a:xfrm>
            <a:off x="600954" y="970300"/>
            <a:ext cx="10491115" cy="977769"/>
          </a:xfrm>
        </p:spPr>
        <p:txBody>
          <a:bodyPr/>
          <a:lstStyle/>
          <a:p>
            <a:r>
              <a:rPr lang="en-US" u="sng" dirty="0"/>
              <a:t>COMPUTER PROTECTION (COUNTERMEASURES)</a:t>
            </a:r>
          </a:p>
        </p:txBody>
      </p:sp>
      <p:sp>
        <p:nvSpPr>
          <p:cNvPr id="3" name="Content Placeholder 2">
            <a:extLst>
              <a:ext uri="{FF2B5EF4-FFF2-40B4-BE49-F238E27FC236}">
                <a16:creationId xmlns:a16="http://schemas.microsoft.com/office/drawing/2014/main" id="{6E0AD0A3-BD3A-44C3-8133-7BC155BDEC3C}"/>
              </a:ext>
            </a:extLst>
          </p:cNvPr>
          <p:cNvSpPr>
            <a:spLocks noGrp="1"/>
          </p:cNvSpPr>
          <p:nvPr>
            <p:ph idx="1"/>
          </p:nvPr>
        </p:nvSpPr>
        <p:spPr>
          <a:xfrm>
            <a:off x="600954" y="2332383"/>
            <a:ext cx="11034456" cy="4034548"/>
          </a:xfrm>
        </p:spPr>
        <p:txBody>
          <a:bodyPr>
            <a:normAutofit/>
          </a:bodyPr>
          <a:lstStyle/>
          <a:p>
            <a:r>
              <a:rPr lang="en-US" dirty="0">
                <a:solidFill>
                  <a:schemeClr val="bg2">
                    <a:lumMod val="50000"/>
                  </a:schemeClr>
                </a:solidFill>
              </a:rPr>
              <a:t>In computer security, a </a:t>
            </a:r>
            <a:r>
              <a:rPr lang="en-US" dirty="0">
                <a:solidFill>
                  <a:schemeClr val="bg2">
                    <a:lumMod val="50000"/>
                  </a:schemeClr>
                </a:solidFill>
                <a:hlinkClick r:id="rId2" tooltip="Countermeasure (computer)">
                  <a:extLst>
                    <a:ext uri="{A12FA001-AC4F-418D-AE19-62706E023703}">
                      <ahyp:hlinkClr xmlns:ahyp="http://schemas.microsoft.com/office/drawing/2018/hyperlinkcolor" val="tx"/>
                    </a:ext>
                  </a:extLst>
                </a:hlinkClick>
              </a:rPr>
              <a:t>countermeasure</a:t>
            </a:r>
            <a:r>
              <a:rPr lang="en-US" dirty="0">
                <a:solidFill>
                  <a:schemeClr val="bg2">
                    <a:lumMod val="50000"/>
                  </a:schemeClr>
                </a:solidFill>
              </a:rPr>
              <a:t> is an action, device, procedure or technique that reduces a threat, a vulnerability, or an </a:t>
            </a:r>
            <a:r>
              <a:rPr lang="en-US" dirty="0">
                <a:solidFill>
                  <a:schemeClr val="bg2">
                    <a:lumMod val="50000"/>
                  </a:schemeClr>
                </a:solidFill>
                <a:hlinkClick r:id="rId3" tooltip="Attack (computing)">
                  <a:extLst>
                    <a:ext uri="{A12FA001-AC4F-418D-AE19-62706E023703}">
                      <ahyp:hlinkClr xmlns:ahyp="http://schemas.microsoft.com/office/drawing/2018/hyperlinkcolor" val="tx"/>
                    </a:ext>
                  </a:extLst>
                </a:hlinkClick>
              </a:rPr>
              <a:t>attack</a:t>
            </a:r>
            <a:r>
              <a:rPr lang="en-US" dirty="0">
                <a:solidFill>
                  <a:schemeClr val="bg2">
                    <a:lumMod val="50000"/>
                  </a:schemeClr>
                </a:solidFill>
              </a:rPr>
              <a:t> by eliminating or preventing it, by minimizing the harm it can cause, or by discovering and reporting it so that corrective action can be taken.</a:t>
            </a:r>
          </a:p>
          <a:p>
            <a:r>
              <a:rPr lang="en-US" dirty="0">
                <a:solidFill>
                  <a:schemeClr val="bg2">
                    <a:lumMod val="50000"/>
                  </a:schemeClr>
                </a:solidFill>
              </a:rPr>
              <a:t>Some common countermeasures are listed in the following sections:</a:t>
            </a:r>
          </a:p>
          <a:p>
            <a:pPr marL="457200" lvl="1" indent="0">
              <a:buNone/>
            </a:pPr>
            <a:endParaRPr lang="en-US" sz="1800" dirty="0">
              <a:solidFill>
                <a:schemeClr val="bg2">
                  <a:lumMod val="50000"/>
                </a:schemeClr>
              </a:solidFill>
            </a:endParaRPr>
          </a:p>
        </p:txBody>
      </p:sp>
      <p:sp>
        <p:nvSpPr>
          <p:cNvPr id="5" name="Slide Number Placeholder 4">
            <a:extLst>
              <a:ext uri="{FF2B5EF4-FFF2-40B4-BE49-F238E27FC236}">
                <a16:creationId xmlns:a16="http://schemas.microsoft.com/office/drawing/2014/main" id="{F173DDC6-A686-427A-BE6F-09B2D1A2304F}"/>
              </a:ext>
            </a:extLst>
          </p:cNvPr>
          <p:cNvSpPr>
            <a:spLocks noGrp="1"/>
          </p:cNvSpPr>
          <p:nvPr>
            <p:ph type="sldNum" sz="quarter" idx="12"/>
          </p:nvPr>
        </p:nvSpPr>
        <p:spPr/>
        <p:txBody>
          <a:bodyPr/>
          <a:lstStyle/>
          <a:p>
            <a:fld id="{9B618960-8005-486C-9A75-10CB2AAC16F9}" type="slidenum">
              <a:rPr lang="en-US" smtClean="0"/>
              <a:t>12</a:t>
            </a:fld>
            <a:endParaRPr lang="en-US"/>
          </a:p>
        </p:txBody>
      </p:sp>
      <p:sp>
        <p:nvSpPr>
          <p:cNvPr id="6" name="Footer Placeholder 3">
            <a:extLst>
              <a:ext uri="{FF2B5EF4-FFF2-40B4-BE49-F238E27FC236}">
                <a16:creationId xmlns:a16="http://schemas.microsoft.com/office/drawing/2014/main" id="{B407A10D-E101-4074-A979-6C2E75B02447}"/>
              </a:ext>
            </a:extLst>
          </p:cNvPr>
          <p:cNvSpPr>
            <a:spLocks noGrp="1"/>
          </p:cNvSpPr>
          <p:nvPr>
            <p:ph type="ftr" sz="quarter" idx="11"/>
          </p:nvPr>
        </p:nvSpPr>
        <p:spPr>
          <a:xfrm>
            <a:off x="0" y="6547104"/>
            <a:ext cx="3867912" cy="310896"/>
          </a:xfrm>
        </p:spPr>
        <p:txBody>
          <a:bodyPr/>
          <a:lstStyle/>
          <a:p>
            <a:r>
              <a:rPr lang="en-US" sz="1400" dirty="0"/>
              <a:t>Jash A. Savsani</a:t>
            </a:r>
          </a:p>
        </p:txBody>
      </p:sp>
      <p:pic>
        <p:nvPicPr>
          <p:cNvPr id="1026" name="Picture 2" descr="Listing Some Top Cybersecurity PPT Templates for Industries 2023">
            <a:extLst>
              <a:ext uri="{FF2B5EF4-FFF2-40B4-BE49-F238E27FC236}">
                <a16:creationId xmlns:a16="http://schemas.microsoft.com/office/drawing/2014/main" id="{456EAB1A-548D-496D-BBB5-7EF3A8F1F5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43882" y="3863836"/>
            <a:ext cx="4004849" cy="2361425"/>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90B1C479-CC8C-4845-91B8-83767446A8DA}"/>
              </a:ext>
            </a:extLst>
          </p:cNvPr>
          <p:cNvSpPr>
            <a:spLocks noGrp="1"/>
          </p:cNvSpPr>
          <p:nvPr>
            <p:ph type="dt" sz="half" idx="10"/>
          </p:nvPr>
        </p:nvSpPr>
        <p:spPr/>
        <p:txBody>
          <a:bodyPr/>
          <a:lstStyle/>
          <a:p>
            <a:fld id="{750B97CE-C0BD-4845-A140-ABEA4A50ADC2}" type="datetime1">
              <a:rPr lang="en-US" smtClean="0"/>
              <a:t>3/28/2025</a:t>
            </a:fld>
            <a:endParaRPr lang="en-US"/>
          </a:p>
        </p:txBody>
      </p:sp>
      <p:graphicFrame>
        <p:nvGraphicFramePr>
          <p:cNvPr id="7" name="Diagram 6">
            <a:extLst>
              <a:ext uri="{FF2B5EF4-FFF2-40B4-BE49-F238E27FC236}">
                <a16:creationId xmlns:a16="http://schemas.microsoft.com/office/drawing/2014/main" id="{A2B5C5B6-2A5D-480B-A699-1F535694D6A8}"/>
              </a:ext>
            </a:extLst>
          </p:cNvPr>
          <p:cNvGraphicFramePr/>
          <p:nvPr>
            <p:extLst>
              <p:ext uri="{D42A27DB-BD31-4B8C-83A1-F6EECF244321}">
                <p14:modId xmlns:p14="http://schemas.microsoft.com/office/powerpoint/2010/main" val="2187705963"/>
              </p:ext>
            </p:extLst>
          </p:nvPr>
        </p:nvGraphicFramePr>
        <p:xfrm>
          <a:off x="1139687" y="3750364"/>
          <a:ext cx="5220966" cy="266395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96064475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37" presetClass="entr" presetSubtype="0" fill="hold" nodeType="clickEffect">
                                  <p:stCondLst>
                                    <p:cond delay="0"/>
                                  </p:stCondLst>
                                  <p:childTnLst>
                                    <p:set>
                                      <p:cBhvr>
                                        <p:cTn id="18" dur="1" fill="hold">
                                          <p:stCondLst>
                                            <p:cond delay="0"/>
                                          </p:stCondLst>
                                        </p:cTn>
                                        <p:tgtEl>
                                          <p:spTgt spid="1026"/>
                                        </p:tgtEl>
                                        <p:attrNameLst>
                                          <p:attrName>style.visibility</p:attrName>
                                        </p:attrNameLst>
                                      </p:cBhvr>
                                      <p:to>
                                        <p:strVal val="visible"/>
                                      </p:to>
                                    </p:set>
                                    <p:animEffect transition="in" filter="fade">
                                      <p:cBhvr>
                                        <p:cTn id="19" dur="1000"/>
                                        <p:tgtEl>
                                          <p:spTgt spid="1026"/>
                                        </p:tgtEl>
                                      </p:cBhvr>
                                    </p:animEffect>
                                    <p:anim calcmode="lin" valueType="num">
                                      <p:cBhvr>
                                        <p:cTn id="20" dur="1000" fill="hold"/>
                                        <p:tgtEl>
                                          <p:spTgt spid="1026"/>
                                        </p:tgtEl>
                                        <p:attrNameLst>
                                          <p:attrName>ppt_x</p:attrName>
                                        </p:attrNameLst>
                                      </p:cBhvr>
                                      <p:tavLst>
                                        <p:tav tm="0">
                                          <p:val>
                                            <p:strVal val="#ppt_x"/>
                                          </p:val>
                                        </p:tav>
                                        <p:tav tm="100000">
                                          <p:val>
                                            <p:strVal val="#ppt_x"/>
                                          </p:val>
                                        </p:tav>
                                      </p:tavLst>
                                    </p:anim>
                                    <p:anim calcmode="lin" valueType="num">
                                      <p:cBhvr>
                                        <p:cTn id="21" dur="900" decel="100000" fill="hold"/>
                                        <p:tgtEl>
                                          <p:spTgt spid="1026"/>
                                        </p:tgtEl>
                                        <p:attrNameLst>
                                          <p:attrName>ppt_y</p:attrName>
                                        </p:attrNameLst>
                                      </p:cBhvr>
                                      <p:tavLst>
                                        <p:tav tm="0">
                                          <p:val>
                                            <p:strVal val="#ppt_y+1"/>
                                          </p:val>
                                        </p:tav>
                                        <p:tav tm="100000">
                                          <p:val>
                                            <p:strVal val="#ppt_y-.03"/>
                                          </p:val>
                                        </p:tav>
                                      </p:tavLst>
                                    </p:anim>
                                    <p:anim calcmode="lin" valueType="num">
                                      <p:cBhvr>
                                        <p:cTn id="22" dur="100" accel="100000" fill="hold">
                                          <p:stCondLst>
                                            <p:cond delay="900"/>
                                          </p:stCondLst>
                                        </p:cTn>
                                        <p:tgtEl>
                                          <p:spTgt spid="1026"/>
                                        </p:tgtEl>
                                        <p:attrNameLst>
                                          <p:attrName>ppt_y</p:attrName>
                                        </p:attrNameLst>
                                      </p:cBhvr>
                                      <p:tavLst>
                                        <p:tav tm="0">
                                          <p:val>
                                            <p:strVal val="#ppt_y-.03"/>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Effect transition="in" filter="wipe(left)">
                                      <p:cBhvr>
                                        <p:cTn id="27" dur="1000"/>
                                        <p:tgtEl>
                                          <p:spTgt spid="3">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Graphic spid="7" grpId="0">
        <p:bldAsOne/>
      </p:bldGraphic>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828FF-5057-4780-BF35-0DBB48A98CE7}"/>
              </a:ext>
            </a:extLst>
          </p:cNvPr>
          <p:cNvSpPr>
            <a:spLocks noGrp="1"/>
          </p:cNvSpPr>
          <p:nvPr>
            <p:ph type="title"/>
          </p:nvPr>
        </p:nvSpPr>
        <p:spPr/>
        <p:txBody>
          <a:bodyPr/>
          <a:lstStyle/>
          <a:p>
            <a:r>
              <a:rPr lang="en-US" u="sng" dirty="0"/>
              <a:t>SECURITY BY DESIGN</a:t>
            </a:r>
          </a:p>
        </p:txBody>
      </p:sp>
      <p:sp>
        <p:nvSpPr>
          <p:cNvPr id="3" name="Content Placeholder 2">
            <a:extLst>
              <a:ext uri="{FF2B5EF4-FFF2-40B4-BE49-F238E27FC236}">
                <a16:creationId xmlns:a16="http://schemas.microsoft.com/office/drawing/2014/main" id="{F98EF5BB-3951-46CE-A828-395A6AE6BF76}"/>
              </a:ext>
            </a:extLst>
          </p:cNvPr>
          <p:cNvSpPr>
            <a:spLocks noGrp="1"/>
          </p:cNvSpPr>
          <p:nvPr>
            <p:ph idx="1"/>
          </p:nvPr>
        </p:nvSpPr>
        <p:spPr>
          <a:xfrm>
            <a:off x="463826" y="2266123"/>
            <a:ext cx="10726913" cy="4028660"/>
          </a:xfrm>
        </p:spPr>
        <p:txBody>
          <a:bodyPr>
            <a:normAutofit fontScale="92500" lnSpcReduction="20000"/>
          </a:bodyPr>
          <a:lstStyle/>
          <a:p>
            <a:pPr lvl="1"/>
            <a:r>
              <a:rPr lang="en-US" dirty="0">
                <a:solidFill>
                  <a:schemeClr val="bg2">
                    <a:lumMod val="50000"/>
                  </a:schemeClr>
                </a:solidFill>
              </a:rPr>
              <a:t>Security by design, or alternately secure by design, means that the software has been designed from the ground up to be secure. In this case, security is considered a main feature.</a:t>
            </a:r>
          </a:p>
          <a:p>
            <a:pPr lvl="1"/>
            <a:r>
              <a:rPr lang="en-US" dirty="0">
                <a:solidFill>
                  <a:schemeClr val="bg2">
                    <a:lumMod val="50000"/>
                  </a:schemeClr>
                </a:solidFill>
              </a:rPr>
              <a:t>The UK government's National Cyber Security Centre separates secure cyber design principles into five sections:</a:t>
            </a:r>
          </a:p>
          <a:p>
            <a:pPr lvl="1"/>
            <a:r>
              <a:rPr lang="en-US" dirty="0">
                <a:solidFill>
                  <a:schemeClr val="bg2">
                    <a:lumMod val="50000"/>
                  </a:schemeClr>
                </a:solidFill>
              </a:rPr>
              <a:t>Before a secure system is created or updated, companies should ensure they understand the fundamentals and the context around the system they are trying to create and identify any weaknesses in the system.</a:t>
            </a:r>
          </a:p>
          <a:p>
            <a:pPr lvl="1"/>
            <a:r>
              <a:rPr lang="en-US" dirty="0">
                <a:solidFill>
                  <a:schemeClr val="bg2">
                    <a:lumMod val="50000"/>
                  </a:schemeClr>
                </a:solidFill>
              </a:rPr>
              <a:t>Companies should design and </a:t>
            </a:r>
            <a:r>
              <a:rPr lang="en-US" dirty="0" err="1">
                <a:solidFill>
                  <a:schemeClr val="bg2">
                    <a:lumMod val="50000"/>
                  </a:schemeClr>
                </a:solidFill>
              </a:rPr>
              <a:t>centre</a:t>
            </a:r>
            <a:r>
              <a:rPr lang="en-US" dirty="0">
                <a:solidFill>
                  <a:schemeClr val="bg2">
                    <a:lumMod val="50000"/>
                  </a:schemeClr>
                </a:solidFill>
              </a:rPr>
              <a:t> their security around techniques and </a:t>
            </a:r>
            <a:r>
              <a:rPr lang="en-US" dirty="0" err="1">
                <a:solidFill>
                  <a:schemeClr val="bg2">
                    <a:lumMod val="50000"/>
                  </a:schemeClr>
                </a:solidFill>
              </a:rPr>
              <a:t>defences</a:t>
            </a:r>
            <a:r>
              <a:rPr lang="en-US" dirty="0">
                <a:solidFill>
                  <a:schemeClr val="bg2">
                    <a:lumMod val="50000"/>
                  </a:schemeClr>
                </a:solidFill>
              </a:rPr>
              <a:t> which make attacking their data or systems inherently more challenging for attackers.</a:t>
            </a:r>
          </a:p>
          <a:p>
            <a:pPr lvl="1"/>
            <a:r>
              <a:rPr lang="en-US" dirty="0">
                <a:solidFill>
                  <a:schemeClr val="bg2">
                    <a:lumMod val="50000"/>
                  </a:schemeClr>
                </a:solidFill>
              </a:rPr>
              <a:t>Companies should ensure that their core services that rely on technology are protected so that the systems are essentially never down.</a:t>
            </a:r>
          </a:p>
          <a:p>
            <a:pPr lvl="1"/>
            <a:r>
              <a:rPr lang="en-US" dirty="0">
                <a:solidFill>
                  <a:schemeClr val="bg2">
                    <a:lumMod val="50000"/>
                  </a:schemeClr>
                </a:solidFill>
              </a:rPr>
              <a:t>Although systems can be created which are safe against a multitude of attacks, that does not mean that attacks will not be attempted. Despite one's security, all companies' systems should aim to be able to detect and spot attacks as soon as they occur to ensure the most effective response to them.</a:t>
            </a:r>
          </a:p>
          <a:p>
            <a:pPr lvl="1"/>
            <a:r>
              <a:rPr lang="en-US" dirty="0">
                <a:solidFill>
                  <a:schemeClr val="bg2">
                    <a:lumMod val="50000"/>
                  </a:schemeClr>
                </a:solidFill>
              </a:rPr>
              <a:t>Companies should create secure systems designed so that any attack that is successful has minimal severity.</a:t>
            </a:r>
          </a:p>
        </p:txBody>
      </p:sp>
      <p:sp>
        <p:nvSpPr>
          <p:cNvPr id="5" name="Slide Number Placeholder 4">
            <a:extLst>
              <a:ext uri="{FF2B5EF4-FFF2-40B4-BE49-F238E27FC236}">
                <a16:creationId xmlns:a16="http://schemas.microsoft.com/office/drawing/2014/main" id="{3FB4FA5A-830A-43B0-B1ED-C7DF162C1490}"/>
              </a:ext>
            </a:extLst>
          </p:cNvPr>
          <p:cNvSpPr>
            <a:spLocks noGrp="1"/>
          </p:cNvSpPr>
          <p:nvPr>
            <p:ph type="sldNum" sz="quarter" idx="12"/>
          </p:nvPr>
        </p:nvSpPr>
        <p:spPr/>
        <p:txBody>
          <a:bodyPr/>
          <a:lstStyle/>
          <a:p>
            <a:fld id="{9B618960-8005-486C-9A75-10CB2AAC16F9}" type="slidenum">
              <a:rPr lang="en-US" smtClean="0"/>
              <a:t>13</a:t>
            </a:fld>
            <a:endParaRPr lang="en-US"/>
          </a:p>
        </p:txBody>
      </p:sp>
      <p:sp>
        <p:nvSpPr>
          <p:cNvPr id="6" name="Footer Placeholder 3">
            <a:extLst>
              <a:ext uri="{FF2B5EF4-FFF2-40B4-BE49-F238E27FC236}">
                <a16:creationId xmlns:a16="http://schemas.microsoft.com/office/drawing/2014/main" id="{379E6F33-8CA8-48BF-ADD8-36C9733FB243}"/>
              </a:ext>
            </a:extLst>
          </p:cNvPr>
          <p:cNvSpPr>
            <a:spLocks noGrp="1"/>
          </p:cNvSpPr>
          <p:nvPr>
            <p:ph type="ftr" sz="quarter" idx="11"/>
          </p:nvPr>
        </p:nvSpPr>
        <p:spPr>
          <a:xfrm>
            <a:off x="0" y="6547104"/>
            <a:ext cx="3867912" cy="310896"/>
          </a:xfrm>
        </p:spPr>
        <p:txBody>
          <a:bodyPr/>
          <a:lstStyle/>
          <a:p>
            <a:r>
              <a:rPr lang="en-US" sz="1400" dirty="0"/>
              <a:t>Jash A. Savsani</a:t>
            </a:r>
          </a:p>
        </p:txBody>
      </p:sp>
      <p:sp>
        <p:nvSpPr>
          <p:cNvPr id="4" name="Date Placeholder 3">
            <a:extLst>
              <a:ext uri="{FF2B5EF4-FFF2-40B4-BE49-F238E27FC236}">
                <a16:creationId xmlns:a16="http://schemas.microsoft.com/office/drawing/2014/main" id="{FD67594E-43B8-4A2A-9115-3258AF59C4A5}"/>
              </a:ext>
            </a:extLst>
          </p:cNvPr>
          <p:cNvSpPr>
            <a:spLocks noGrp="1"/>
          </p:cNvSpPr>
          <p:nvPr>
            <p:ph type="dt" sz="half" idx="10"/>
          </p:nvPr>
        </p:nvSpPr>
        <p:spPr/>
        <p:txBody>
          <a:bodyPr/>
          <a:lstStyle/>
          <a:p>
            <a:fld id="{1DE54FBE-7E88-41D6-8CA1-0E102E904AD4}" type="datetime1">
              <a:rPr lang="en-US" smtClean="0"/>
              <a:t>3/28/2025</a:t>
            </a:fld>
            <a:endParaRPr lang="en-US"/>
          </a:p>
        </p:txBody>
      </p:sp>
    </p:spTree>
    <p:extLst>
      <p:ext uri="{BB962C8B-B14F-4D97-AF65-F5344CB8AC3E}">
        <p14:creationId xmlns:p14="http://schemas.microsoft.com/office/powerpoint/2010/main" val="324225771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fade">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F4D06-D918-400C-B61C-D8606CA88D7C}"/>
              </a:ext>
            </a:extLst>
          </p:cNvPr>
          <p:cNvSpPr>
            <a:spLocks noGrp="1"/>
          </p:cNvSpPr>
          <p:nvPr>
            <p:ph type="title"/>
          </p:nvPr>
        </p:nvSpPr>
        <p:spPr/>
        <p:txBody>
          <a:bodyPr/>
          <a:lstStyle/>
          <a:p>
            <a:r>
              <a:rPr lang="en-US" u="sng" dirty="0"/>
              <a:t>HARDWARE PROTECTION MECHANISMS</a:t>
            </a:r>
          </a:p>
        </p:txBody>
      </p:sp>
      <p:sp>
        <p:nvSpPr>
          <p:cNvPr id="3" name="Content Placeholder 2">
            <a:extLst>
              <a:ext uri="{FF2B5EF4-FFF2-40B4-BE49-F238E27FC236}">
                <a16:creationId xmlns:a16="http://schemas.microsoft.com/office/drawing/2014/main" id="{307B7843-A856-4F5F-8372-16B5E8AB173F}"/>
              </a:ext>
            </a:extLst>
          </p:cNvPr>
          <p:cNvSpPr>
            <a:spLocks noGrp="1"/>
          </p:cNvSpPr>
          <p:nvPr>
            <p:ph idx="1"/>
          </p:nvPr>
        </p:nvSpPr>
        <p:spPr>
          <a:xfrm>
            <a:off x="1154955" y="2603500"/>
            <a:ext cx="5969176" cy="3416300"/>
          </a:xfrm>
        </p:spPr>
        <p:txBody>
          <a:bodyPr>
            <a:normAutofit fontScale="92500" lnSpcReduction="10000"/>
          </a:bodyPr>
          <a:lstStyle/>
          <a:p>
            <a:pPr>
              <a:lnSpc>
                <a:spcPct val="150000"/>
              </a:lnSpc>
            </a:pPr>
            <a:r>
              <a:rPr lang="en-US" dirty="0">
                <a:solidFill>
                  <a:schemeClr val="tx2">
                    <a:lumMod val="60000"/>
                    <a:lumOff val="40000"/>
                  </a:schemeClr>
                </a:solidFill>
              </a:rPr>
              <a:t>Hardware-based or assisted computer security also offers an alternative to software-only computer security. Using devices and methods such as </a:t>
            </a:r>
            <a:r>
              <a:rPr lang="en-US" dirty="0">
                <a:solidFill>
                  <a:schemeClr val="tx2">
                    <a:lumMod val="60000"/>
                    <a:lumOff val="40000"/>
                  </a:schemeClr>
                </a:solidFill>
                <a:hlinkClick r:id="rId2" tooltip="Dongle">
                  <a:extLst>
                    <a:ext uri="{A12FA001-AC4F-418D-AE19-62706E023703}">
                      <ahyp:hlinkClr xmlns:ahyp="http://schemas.microsoft.com/office/drawing/2018/hyperlinkcolor" val="tx"/>
                    </a:ext>
                  </a:extLst>
                </a:hlinkClick>
              </a:rPr>
              <a:t>dongles</a:t>
            </a:r>
            <a:r>
              <a:rPr lang="en-US" dirty="0">
                <a:solidFill>
                  <a:schemeClr val="tx2">
                    <a:lumMod val="60000"/>
                    <a:lumOff val="40000"/>
                  </a:schemeClr>
                </a:solidFill>
              </a:rPr>
              <a:t>, </a:t>
            </a:r>
            <a:r>
              <a:rPr lang="en-US" dirty="0">
                <a:solidFill>
                  <a:schemeClr val="tx2">
                    <a:lumMod val="60000"/>
                    <a:lumOff val="40000"/>
                  </a:schemeClr>
                </a:solidFill>
                <a:hlinkClick r:id="rId3" tooltip="Trusted platform module">
                  <a:extLst>
                    <a:ext uri="{A12FA001-AC4F-418D-AE19-62706E023703}">
                      <ahyp:hlinkClr xmlns:ahyp="http://schemas.microsoft.com/office/drawing/2018/hyperlinkcolor" val="tx"/>
                    </a:ext>
                  </a:extLst>
                </a:hlinkClick>
              </a:rPr>
              <a:t>trusted platform modules</a:t>
            </a:r>
            <a:r>
              <a:rPr lang="en-US" dirty="0">
                <a:solidFill>
                  <a:schemeClr val="tx2">
                    <a:lumMod val="60000"/>
                    <a:lumOff val="40000"/>
                  </a:schemeClr>
                </a:solidFill>
              </a:rPr>
              <a:t>, intrusion-aware cases, drive locks, disabling USB ports, and mobile-enabled access may be considered more secure due to the physical access (or sophisticated backdoor access) required in order to be compromised.</a:t>
            </a:r>
          </a:p>
        </p:txBody>
      </p:sp>
      <p:sp>
        <p:nvSpPr>
          <p:cNvPr id="5" name="Slide Number Placeholder 4">
            <a:extLst>
              <a:ext uri="{FF2B5EF4-FFF2-40B4-BE49-F238E27FC236}">
                <a16:creationId xmlns:a16="http://schemas.microsoft.com/office/drawing/2014/main" id="{451F1D1C-8106-4B9C-BEA4-46581E3DF0E9}"/>
              </a:ext>
            </a:extLst>
          </p:cNvPr>
          <p:cNvSpPr>
            <a:spLocks noGrp="1"/>
          </p:cNvSpPr>
          <p:nvPr>
            <p:ph type="sldNum" sz="quarter" idx="12"/>
          </p:nvPr>
        </p:nvSpPr>
        <p:spPr/>
        <p:txBody>
          <a:bodyPr/>
          <a:lstStyle/>
          <a:p>
            <a:fld id="{9B618960-8005-486C-9A75-10CB2AAC16F9}" type="slidenum">
              <a:rPr lang="en-US" smtClean="0"/>
              <a:t>14</a:t>
            </a:fld>
            <a:endParaRPr lang="en-US"/>
          </a:p>
        </p:txBody>
      </p:sp>
      <p:sp>
        <p:nvSpPr>
          <p:cNvPr id="6" name="Footer Placeholder 3">
            <a:extLst>
              <a:ext uri="{FF2B5EF4-FFF2-40B4-BE49-F238E27FC236}">
                <a16:creationId xmlns:a16="http://schemas.microsoft.com/office/drawing/2014/main" id="{94E079AD-DB66-4781-9B75-63002F11299A}"/>
              </a:ext>
            </a:extLst>
          </p:cNvPr>
          <p:cNvSpPr>
            <a:spLocks noGrp="1"/>
          </p:cNvSpPr>
          <p:nvPr>
            <p:ph type="ftr" sz="quarter" idx="11"/>
          </p:nvPr>
        </p:nvSpPr>
        <p:spPr>
          <a:xfrm>
            <a:off x="0" y="6547104"/>
            <a:ext cx="3867912" cy="310896"/>
          </a:xfrm>
        </p:spPr>
        <p:txBody>
          <a:bodyPr/>
          <a:lstStyle/>
          <a:p>
            <a:r>
              <a:rPr lang="en-US" sz="1400" dirty="0"/>
              <a:t>Jash A. Savsani</a:t>
            </a:r>
          </a:p>
        </p:txBody>
      </p:sp>
      <p:pic>
        <p:nvPicPr>
          <p:cNvPr id="2052" name="Picture 4" descr="You Can Provide Hardware Firewall Protection For Your Home">
            <a:extLst>
              <a:ext uri="{FF2B5EF4-FFF2-40B4-BE49-F238E27FC236}">
                <a16:creationId xmlns:a16="http://schemas.microsoft.com/office/drawing/2014/main" id="{00AF2AEF-8D29-47E4-838B-2333DD6DE1B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38063" y="2693108"/>
            <a:ext cx="5106346" cy="3191223"/>
          </a:xfrm>
          <a:prstGeom prst="rect">
            <a:avLst/>
          </a:prstGeom>
          <a:noFill/>
          <a:extLst>
            <a:ext uri="{909E8E84-426E-40DD-AFC4-6F175D3DCCD1}">
              <a14:hiddenFill xmlns:a14="http://schemas.microsoft.com/office/drawing/2010/main">
                <a:solidFill>
                  <a:srgbClr val="FFFFFF"/>
                </a:solidFill>
              </a14:hiddenFill>
            </a:ext>
          </a:extLst>
        </p:spPr>
      </p:pic>
      <p:sp>
        <p:nvSpPr>
          <p:cNvPr id="11" name="Date Placeholder 10">
            <a:extLst>
              <a:ext uri="{FF2B5EF4-FFF2-40B4-BE49-F238E27FC236}">
                <a16:creationId xmlns:a16="http://schemas.microsoft.com/office/drawing/2014/main" id="{F12FBCAB-3C9C-44AC-92F6-2754971E824C}"/>
              </a:ext>
            </a:extLst>
          </p:cNvPr>
          <p:cNvSpPr>
            <a:spLocks noGrp="1"/>
          </p:cNvSpPr>
          <p:nvPr>
            <p:ph type="dt" sz="half" idx="10"/>
          </p:nvPr>
        </p:nvSpPr>
        <p:spPr/>
        <p:txBody>
          <a:bodyPr/>
          <a:lstStyle/>
          <a:p>
            <a:fld id="{47C6E77B-7A8C-4FD0-8CFA-534CBEC6C8BB}" type="datetime1">
              <a:rPr lang="en-US" smtClean="0"/>
              <a:t>3/28/2025</a:t>
            </a:fld>
            <a:endParaRPr lang="en-US"/>
          </a:p>
        </p:txBody>
      </p:sp>
    </p:spTree>
    <p:extLst>
      <p:ext uri="{BB962C8B-B14F-4D97-AF65-F5344CB8AC3E}">
        <p14:creationId xmlns:p14="http://schemas.microsoft.com/office/powerpoint/2010/main" val="193180838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6" presetClass="entr" presetSubtype="0" fill="hold" nodeType="clickEffect">
                                  <p:stCondLst>
                                    <p:cond delay="0"/>
                                  </p:stCondLst>
                                  <p:childTnLst>
                                    <p:set>
                                      <p:cBhvr>
                                        <p:cTn id="11" dur="1" fill="hold">
                                          <p:stCondLst>
                                            <p:cond delay="0"/>
                                          </p:stCondLst>
                                        </p:cTn>
                                        <p:tgtEl>
                                          <p:spTgt spid="2052"/>
                                        </p:tgtEl>
                                        <p:attrNameLst>
                                          <p:attrName>style.visibility</p:attrName>
                                        </p:attrNameLst>
                                      </p:cBhvr>
                                      <p:to>
                                        <p:strVal val="visible"/>
                                      </p:to>
                                    </p:set>
                                    <p:animEffect transition="in" filter="wipe(down)">
                                      <p:cBhvr>
                                        <p:cTn id="12" dur="580">
                                          <p:stCondLst>
                                            <p:cond delay="0"/>
                                          </p:stCondLst>
                                        </p:cTn>
                                        <p:tgtEl>
                                          <p:spTgt spid="2052"/>
                                        </p:tgtEl>
                                      </p:cBhvr>
                                    </p:animEffect>
                                    <p:anim calcmode="lin" valueType="num">
                                      <p:cBhvr>
                                        <p:cTn id="13" dur="1822" tmFilter="0,0; 0.14,0.36; 0.43,0.73; 0.71,0.91; 1.0,1.0">
                                          <p:stCondLst>
                                            <p:cond delay="0"/>
                                          </p:stCondLst>
                                        </p:cTn>
                                        <p:tgtEl>
                                          <p:spTgt spid="2052"/>
                                        </p:tgtEl>
                                        <p:attrNameLst>
                                          <p:attrName>ppt_x</p:attrName>
                                        </p:attrNameLst>
                                      </p:cBhvr>
                                      <p:tavLst>
                                        <p:tav tm="0">
                                          <p:val>
                                            <p:strVal val="#ppt_x-0.25"/>
                                          </p:val>
                                        </p:tav>
                                        <p:tav tm="100000">
                                          <p:val>
                                            <p:strVal val="#ppt_x"/>
                                          </p:val>
                                        </p:tav>
                                      </p:tavLst>
                                    </p:anim>
                                    <p:anim calcmode="lin" valueType="num">
                                      <p:cBhvr>
                                        <p:cTn id="14" dur="664" tmFilter="0.0,0.0; 0.25,0.07; 0.50,0.2; 0.75,0.467; 1.0,1.0">
                                          <p:stCondLst>
                                            <p:cond delay="0"/>
                                          </p:stCondLst>
                                        </p:cTn>
                                        <p:tgtEl>
                                          <p:spTgt spid="2052"/>
                                        </p:tgtEl>
                                        <p:attrNameLst>
                                          <p:attrName>ppt_y</p:attrName>
                                        </p:attrNameLst>
                                      </p:cBhvr>
                                      <p:tavLst>
                                        <p:tav tm="0" fmla="#ppt_y-sin(pi*$)/3">
                                          <p:val>
                                            <p:fltVal val="0.5"/>
                                          </p:val>
                                        </p:tav>
                                        <p:tav tm="100000">
                                          <p:val>
                                            <p:fltVal val="1"/>
                                          </p:val>
                                        </p:tav>
                                      </p:tavLst>
                                    </p:anim>
                                    <p:anim calcmode="lin" valueType="num">
                                      <p:cBhvr>
                                        <p:cTn id="15" dur="664" tmFilter="0, 0; 0.125,0.2665; 0.25,0.4; 0.375,0.465; 0.5,0.5;  0.625,0.535; 0.75,0.6; 0.875,0.7335; 1,1">
                                          <p:stCondLst>
                                            <p:cond delay="664"/>
                                          </p:stCondLst>
                                        </p:cTn>
                                        <p:tgtEl>
                                          <p:spTgt spid="2052"/>
                                        </p:tgtEl>
                                        <p:attrNameLst>
                                          <p:attrName>ppt_y</p:attrName>
                                        </p:attrNameLst>
                                      </p:cBhvr>
                                      <p:tavLst>
                                        <p:tav tm="0" fmla="#ppt_y-sin(pi*$)/9">
                                          <p:val>
                                            <p:fltVal val="0"/>
                                          </p:val>
                                        </p:tav>
                                        <p:tav tm="100000">
                                          <p:val>
                                            <p:fltVal val="1"/>
                                          </p:val>
                                        </p:tav>
                                      </p:tavLst>
                                    </p:anim>
                                    <p:anim calcmode="lin" valueType="num">
                                      <p:cBhvr>
                                        <p:cTn id="16" dur="332" tmFilter="0, 0; 0.125,0.2665; 0.25,0.4; 0.375,0.465; 0.5,0.5;  0.625,0.535; 0.75,0.6; 0.875,0.7335; 1,1">
                                          <p:stCondLst>
                                            <p:cond delay="1324"/>
                                          </p:stCondLst>
                                        </p:cTn>
                                        <p:tgtEl>
                                          <p:spTgt spid="2052"/>
                                        </p:tgtEl>
                                        <p:attrNameLst>
                                          <p:attrName>ppt_y</p:attrName>
                                        </p:attrNameLst>
                                      </p:cBhvr>
                                      <p:tavLst>
                                        <p:tav tm="0" fmla="#ppt_y-sin(pi*$)/27">
                                          <p:val>
                                            <p:fltVal val="0"/>
                                          </p:val>
                                        </p:tav>
                                        <p:tav tm="100000">
                                          <p:val>
                                            <p:fltVal val="1"/>
                                          </p:val>
                                        </p:tav>
                                      </p:tavLst>
                                    </p:anim>
                                    <p:anim calcmode="lin" valueType="num">
                                      <p:cBhvr>
                                        <p:cTn id="17" dur="164" tmFilter="0, 0; 0.125,0.2665; 0.25,0.4; 0.375,0.465; 0.5,0.5;  0.625,0.535; 0.75,0.6; 0.875,0.7335; 1,1">
                                          <p:stCondLst>
                                            <p:cond delay="1656"/>
                                          </p:stCondLst>
                                        </p:cTn>
                                        <p:tgtEl>
                                          <p:spTgt spid="2052"/>
                                        </p:tgtEl>
                                        <p:attrNameLst>
                                          <p:attrName>ppt_y</p:attrName>
                                        </p:attrNameLst>
                                      </p:cBhvr>
                                      <p:tavLst>
                                        <p:tav tm="0" fmla="#ppt_y-sin(pi*$)/81">
                                          <p:val>
                                            <p:fltVal val="0"/>
                                          </p:val>
                                        </p:tav>
                                        <p:tav tm="100000">
                                          <p:val>
                                            <p:fltVal val="1"/>
                                          </p:val>
                                        </p:tav>
                                      </p:tavLst>
                                    </p:anim>
                                    <p:animScale>
                                      <p:cBhvr>
                                        <p:cTn id="18" dur="26">
                                          <p:stCondLst>
                                            <p:cond delay="650"/>
                                          </p:stCondLst>
                                        </p:cTn>
                                        <p:tgtEl>
                                          <p:spTgt spid="2052"/>
                                        </p:tgtEl>
                                      </p:cBhvr>
                                      <p:to x="100000" y="60000"/>
                                    </p:animScale>
                                    <p:animScale>
                                      <p:cBhvr>
                                        <p:cTn id="19" dur="166" decel="50000">
                                          <p:stCondLst>
                                            <p:cond delay="676"/>
                                          </p:stCondLst>
                                        </p:cTn>
                                        <p:tgtEl>
                                          <p:spTgt spid="2052"/>
                                        </p:tgtEl>
                                      </p:cBhvr>
                                      <p:to x="100000" y="100000"/>
                                    </p:animScale>
                                    <p:animScale>
                                      <p:cBhvr>
                                        <p:cTn id="20" dur="26">
                                          <p:stCondLst>
                                            <p:cond delay="1312"/>
                                          </p:stCondLst>
                                        </p:cTn>
                                        <p:tgtEl>
                                          <p:spTgt spid="2052"/>
                                        </p:tgtEl>
                                      </p:cBhvr>
                                      <p:to x="100000" y="80000"/>
                                    </p:animScale>
                                    <p:animScale>
                                      <p:cBhvr>
                                        <p:cTn id="21" dur="166" decel="50000">
                                          <p:stCondLst>
                                            <p:cond delay="1338"/>
                                          </p:stCondLst>
                                        </p:cTn>
                                        <p:tgtEl>
                                          <p:spTgt spid="2052"/>
                                        </p:tgtEl>
                                      </p:cBhvr>
                                      <p:to x="100000" y="100000"/>
                                    </p:animScale>
                                    <p:animScale>
                                      <p:cBhvr>
                                        <p:cTn id="22" dur="26">
                                          <p:stCondLst>
                                            <p:cond delay="1642"/>
                                          </p:stCondLst>
                                        </p:cTn>
                                        <p:tgtEl>
                                          <p:spTgt spid="2052"/>
                                        </p:tgtEl>
                                      </p:cBhvr>
                                      <p:to x="100000" y="90000"/>
                                    </p:animScale>
                                    <p:animScale>
                                      <p:cBhvr>
                                        <p:cTn id="23" dur="166" decel="50000">
                                          <p:stCondLst>
                                            <p:cond delay="1668"/>
                                          </p:stCondLst>
                                        </p:cTn>
                                        <p:tgtEl>
                                          <p:spTgt spid="2052"/>
                                        </p:tgtEl>
                                      </p:cBhvr>
                                      <p:to x="100000" y="100000"/>
                                    </p:animScale>
                                    <p:animScale>
                                      <p:cBhvr>
                                        <p:cTn id="24" dur="26">
                                          <p:stCondLst>
                                            <p:cond delay="1808"/>
                                          </p:stCondLst>
                                        </p:cTn>
                                        <p:tgtEl>
                                          <p:spTgt spid="2052"/>
                                        </p:tgtEl>
                                      </p:cBhvr>
                                      <p:to x="100000" y="95000"/>
                                    </p:animScale>
                                    <p:animScale>
                                      <p:cBhvr>
                                        <p:cTn id="25" dur="166" decel="50000">
                                          <p:stCondLst>
                                            <p:cond delay="1834"/>
                                          </p:stCondLst>
                                        </p:cTn>
                                        <p:tgtEl>
                                          <p:spTgt spid="2052"/>
                                        </p:tgtEl>
                                      </p:cBhvr>
                                      <p:to x="100000" y="100000"/>
                                    </p:animScale>
                                  </p:childTnLst>
                                </p:cTn>
                              </p:par>
                            </p:childTnLst>
                          </p:cTn>
                        </p:par>
                      </p:childTnLst>
                    </p:cTn>
                  </p:par>
                  <p:par>
                    <p:cTn id="26" fill="hold">
                      <p:stCondLst>
                        <p:cond delay="indefinite"/>
                      </p:stCondLst>
                      <p:childTnLst>
                        <p:par>
                          <p:cTn id="27" fill="hold">
                            <p:stCondLst>
                              <p:cond delay="0"/>
                            </p:stCondLst>
                            <p:childTnLst>
                              <p:par>
                                <p:cTn id="28" presetID="21" presetClass="entr" presetSubtype="3" fill="hold" nodeType="clickEffect">
                                  <p:stCondLst>
                                    <p:cond delay="0"/>
                                  </p:stCondLst>
                                  <p:childTnLst>
                                    <p:set>
                                      <p:cBhvr>
                                        <p:cTn id="29" dur="1" fill="hold">
                                          <p:stCondLst>
                                            <p:cond delay="0"/>
                                          </p:stCondLst>
                                        </p:cTn>
                                        <p:tgtEl>
                                          <p:spTgt spid="3">
                                            <p:txEl>
                                              <p:pRg st="0" end="0"/>
                                            </p:txEl>
                                          </p:spTgt>
                                        </p:tgtEl>
                                        <p:attrNameLst>
                                          <p:attrName>style.visibility</p:attrName>
                                        </p:attrNameLst>
                                      </p:cBhvr>
                                      <p:to>
                                        <p:strVal val="visible"/>
                                      </p:to>
                                    </p:set>
                                    <p:animEffect transition="in" filter="wheel(3)">
                                      <p:cBhvr>
                                        <p:cTn id="30"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A06D4-93EB-4151-A540-4BC7F83EA124}"/>
              </a:ext>
            </a:extLst>
          </p:cNvPr>
          <p:cNvSpPr>
            <a:spLocks noGrp="1"/>
          </p:cNvSpPr>
          <p:nvPr>
            <p:ph type="title"/>
          </p:nvPr>
        </p:nvSpPr>
        <p:spPr/>
        <p:txBody>
          <a:bodyPr/>
          <a:lstStyle/>
          <a:p>
            <a:r>
              <a:rPr lang="en-US" u="sng" dirty="0"/>
              <a:t>TYPES OF SECURITY AND PRIVACY</a:t>
            </a:r>
          </a:p>
        </p:txBody>
      </p:sp>
      <p:sp>
        <p:nvSpPr>
          <p:cNvPr id="3" name="Content Placeholder 2">
            <a:extLst>
              <a:ext uri="{FF2B5EF4-FFF2-40B4-BE49-F238E27FC236}">
                <a16:creationId xmlns:a16="http://schemas.microsoft.com/office/drawing/2014/main" id="{16F53D2C-72DE-4D0E-8633-A3A678449A82}"/>
              </a:ext>
            </a:extLst>
          </p:cNvPr>
          <p:cNvSpPr>
            <a:spLocks noGrp="1"/>
          </p:cNvSpPr>
          <p:nvPr>
            <p:ph idx="1"/>
          </p:nvPr>
        </p:nvSpPr>
        <p:spPr>
          <a:xfrm>
            <a:off x="490330" y="2279373"/>
            <a:ext cx="11171583" cy="4055165"/>
          </a:xfrm>
        </p:spPr>
        <p:txBody>
          <a:bodyPr>
            <a:normAutofit/>
          </a:bodyPr>
          <a:lstStyle/>
          <a:p>
            <a:endParaRPr lang="en-US" dirty="0"/>
          </a:p>
        </p:txBody>
      </p:sp>
      <p:sp>
        <p:nvSpPr>
          <p:cNvPr id="5" name="Slide Number Placeholder 4">
            <a:extLst>
              <a:ext uri="{FF2B5EF4-FFF2-40B4-BE49-F238E27FC236}">
                <a16:creationId xmlns:a16="http://schemas.microsoft.com/office/drawing/2014/main" id="{CFFBDAEA-C5D5-45D3-99AE-8E26F6DB67BF}"/>
              </a:ext>
            </a:extLst>
          </p:cNvPr>
          <p:cNvSpPr>
            <a:spLocks noGrp="1"/>
          </p:cNvSpPr>
          <p:nvPr>
            <p:ph type="sldNum" sz="quarter" idx="12"/>
          </p:nvPr>
        </p:nvSpPr>
        <p:spPr/>
        <p:txBody>
          <a:bodyPr/>
          <a:lstStyle/>
          <a:p>
            <a:fld id="{9B618960-8005-486C-9A75-10CB2AAC16F9}" type="slidenum">
              <a:rPr lang="en-US" smtClean="0"/>
              <a:t>15</a:t>
            </a:fld>
            <a:endParaRPr lang="en-US"/>
          </a:p>
        </p:txBody>
      </p:sp>
      <p:sp>
        <p:nvSpPr>
          <p:cNvPr id="6" name="Footer Placeholder 3">
            <a:extLst>
              <a:ext uri="{FF2B5EF4-FFF2-40B4-BE49-F238E27FC236}">
                <a16:creationId xmlns:a16="http://schemas.microsoft.com/office/drawing/2014/main" id="{EF8D93C2-F7FD-4C68-B496-BC1E3BD9C7E6}"/>
              </a:ext>
            </a:extLst>
          </p:cNvPr>
          <p:cNvSpPr>
            <a:spLocks noGrp="1"/>
          </p:cNvSpPr>
          <p:nvPr>
            <p:ph type="ftr" sz="quarter" idx="11"/>
          </p:nvPr>
        </p:nvSpPr>
        <p:spPr>
          <a:xfrm>
            <a:off x="0" y="6547104"/>
            <a:ext cx="3867912" cy="310896"/>
          </a:xfrm>
        </p:spPr>
        <p:txBody>
          <a:bodyPr/>
          <a:lstStyle/>
          <a:p>
            <a:r>
              <a:rPr lang="en-US" sz="1400" dirty="0"/>
              <a:t>Jash A. Savsani</a:t>
            </a:r>
          </a:p>
        </p:txBody>
      </p:sp>
      <p:graphicFrame>
        <p:nvGraphicFramePr>
          <p:cNvPr id="4" name="Diagram 3">
            <a:extLst>
              <a:ext uri="{FF2B5EF4-FFF2-40B4-BE49-F238E27FC236}">
                <a16:creationId xmlns:a16="http://schemas.microsoft.com/office/drawing/2014/main" id="{4C04E30A-3A80-42AF-AD50-451D453728AC}"/>
              </a:ext>
            </a:extLst>
          </p:cNvPr>
          <p:cNvGraphicFramePr/>
          <p:nvPr>
            <p:extLst>
              <p:ext uri="{D42A27DB-BD31-4B8C-83A1-F6EECF244321}">
                <p14:modId xmlns:p14="http://schemas.microsoft.com/office/powerpoint/2010/main" val="2809036570"/>
              </p:ext>
            </p:extLst>
          </p:nvPr>
        </p:nvGraphicFramePr>
        <p:xfrm>
          <a:off x="268953" y="2279373"/>
          <a:ext cx="6118595" cy="405516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7" name="Cybercrime is an uphill battle that cannot be won, but by following best practices and developing your organizations overall understanding of the risks posed you can find yourselves in a muc">
            <a:hlinkClick r:id="" action="ppaction://media"/>
            <a:extLst>
              <a:ext uri="{FF2B5EF4-FFF2-40B4-BE49-F238E27FC236}">
                <a16:creationId xmlns:a16="http://schemas.microsoft.com/office/drawing/2014/main" id="{B6BFAACF-206F-43B6-8D01-0E0EA9C4770E}"/>
              </a:ext>
            </a:extLst>
          </p:cNvPr>
          <p:cNvPicPr>
            <a:picLocks noChangeAspect="1"/>
          </p:cNvPicPr>
          <p:nvPr>
            <a:videoFile r:link="rId2"/>
            <p:extLst>
              <p:ext uri="{DAA4B4D4-6D71-4841-9C94-3DE7FCFB9230}">
                <p14:media xmlns:p14="http://schemas.microsoft.com/office/powerpoint/2010/main" r:embed="rId1"/>
              </p:ext>
            </p:extLst>
          </p:nvPr>
        </p:nvPicPr>
        <p:blipFill>
          <a:blip r:embed="rId9"/>
          <a:stretch>
            <a:fillRect/>
          </a:stretch>
        </p:blipFill>
        <p:spPr>
          <a:xfrm>
            <a:off x="6243723" y="2896590"/>
            <a:ext cx="4947016" cy="2500105"/>
          </a:xfrm>
          <a:prstGeom prst="rect">
            <a:avLst/>
          </a:prstGeom>
        </p:spPr>
      </p:pic>
      <p:sp>
        <p:nvSpPr>
          <p:cNvPr id="8" name="Date Placeholder 7">
            <a:extLst>
              <a:ext uri="{FF2B5EF4-FFF2-40B4-BE49-F238E27FC236}">
                <a16:creationId xmlns:a16="http://schemas.microsoft.com/office/drawing/2014/main" id="{53026C06-6B9D-4129-822A-CBFBA067F0B6}"/>
              </a:ext>
            </a:extLst>
          </p:cNvPr>
          <p:cNvSpPr>
            <a:spLocks noGrp="1"/>
          </p:cNvSpPr>
          <p:nvPr>
            <p:ph type="dt" sz="half" idx="10"/>
          </p:nvPr>
        </p:nvSpPr>
        <p:spPr/>
        <p:txBody>
          <a:bodyPr/>
          <a:lstStyle/>
          <a:p>
            <a:fld id="{03D261E4-69EA-44BA-9CFA-AA3C788859A6}" type="datetime1">
              <a:rPr lang="en-US" smtClean="0"/>
              <a:t>3/28/2025</a:t>
            </a:fld>
            <a:endParaRPr lang="en-US"/>
          </a:p>
        </p:txBody>
      </p:sp>
    </p:spTree>
    <p:extLst>
      <p:ext uri="{BB962C8B-B14F-4D97-AF65-F5344CB8AC3E}">
        <p14:creationId xmlns:p14="http://schemas.microsoft.com/office/powerpoint/2010/main" val="213841452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833" fill="hold"/>
                                        <p:tgtEl>
                                          <p:spTgt spid="7"/>
                                        </p:tgtEl>
                                      </p:cBhvr>
                                    </p:cmd>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53" presetClass="entr" presetSubtype="16" fill="hold" grpId="0" nodeType="clickEffect">
                                  <p:stCondLst>
                                    <p:cond delay="0"/>
                                  </p:stCondLst>
                                  <p:childTnLst>
                                    <p:set>
                                      <p:cBhvr>
                                        <p:cTn id="15" dur="1" fill="hold">
                                          <p:stCondLst>
                                            <p:cond delay="0"/>
                                          </p:stCondLst>
                                        </p:cTn>
                                        <p:tgtEl>
                                          <p:spTgt spid="4">
                                            <p:graphicEl>
                                              <a:dgm id="{EF17FB5B-0F56-43CA-AFFE-B9038E77FDB4}"/>
                                            </p:graphicEl>
                                          </p:spTgt>
                                        </p:tgtEl>
                                        <p:attrNameLst>
                                          <p:attrName>style.visibility</p:attrName>
                                        </p:attrNameLst>
                                      </p:cBhvr>
                                      <p:to>
                                        <p:strVal val="visible"/>
                                      </p:to>
                                    </p:set>
                                    <p:anim calcmode="lin" valueType="num">
                                      <p:cBhvr>
                                        <p:cTn id="16" dur="500" fill="hold"/>
                                        <p:tgtEl>
                                          <p:spTgt spid="4">
                                            <p:graphicEl>
                                              <a:dgm id="{EF17FB5B-0F56-43CA-AFFE-B9038E77FDB4}"/>
                                            </p:graphicEl>
                                          </p:spTgt>
                                        </p:tgtEl>
                                        <p:attrNameLst>
                                          <p:attrName>ppt_w</p:attrName>
                                        </p:attrNameLst>
                                      </p:cBhvr>
                                      <p:tavLst>
                                        <p:tav tm="0">
                                          <p:val>
                                            <p:fltVal val="0"/>
                                          </p:val>
                                        </p:tav>
                                        <p:tav tm="100000">
                                          <p:val>
                                            <p:strVal val="#ppt_w"/>
                                          </p:val>
                                        </p:tav>
                                      </p:tavLst>
                                    </p:anim>
                                    <p:anim calcmode="lin" valueType="num">
                                      <p:cBhvr>
                                        <p:cTn id="17" dur="500" fill="hold"/>
                                        <p:tgtEl>
                                          <p:spTgt spid="4">
                                            <p:graphicEl>
                                              <a:dgm id="{EF17FB5B-0F56-43CA-AFFE-B9038E77FDB4}"/>
                                            </p:graphicEl>
                                          </p:spTgt>
                                        </p:tgtEl>
                                        <p:attrNameLst>
                                          <p:attrName>ppt_h</p:attrName>
                                        </p:attrNameLst>
                                      </p:cBhvr>
                                      <p:tavLst>
                                        <p:tav tm="0">
                                          <p:val>
                                            <p:fltVal val="0"/>
                                          </p:val>
                                        </p:tav>
                                        <p:tav tm="100000">
                                          <p:val>
                                            <p:strVal val="#ppt_h"/>
                                          </p:val>
                                        </p:tav>
                                      </p:tavLst>
                                    </p:anim>
                                    <p:animEffect transition="in" filter="fade">
                                      <p:cBhvr>
                                        <p:cTn id="18" dur="500"/>
                                        <p:tgtEl>
                                          <p:spTgt spid="4">
                                            <p:graphicEl>
                                              <a:dgm id="{EF17FB5B-0F56-43CA-AFFE-B9038E77FDB4}"/>
                                            </p:graphicEl>
                                          </p:spTgt>
                                        </p:tgtEl>
                                      </p:cBhvr>
                                    </p:animEffect>
                                  </p:childTnLst>
                                </p:cTn>
                              </p:par>
                              <p:par>
                                <p:cTn id="19" presetID="53" presetClass="entr" presetSubtype="16" fill="hold" grpId="0" nodeType="withEffect">
                                  <p:stCondLst>
                                    <p:cond delay="0"/>
                                  </p:stCondLst>
                                  <p:childTnLst>
                                    <p:set>
                                      <p:cBhvr>
                                        <p:cTn id="20" dur="1" fill="hold">
                                          <p:stCondLst>
                                            <p:cond delay="0"/>
                                          </p:stCondLst>
                                        </p:cTn>
                                        <p:tgtEl>
                                          <p:spTgt spid="4">
                                            <p:graphicEl>
                                              <a:dgm id="{2A6D5F2F-57B5-47C7-81C6-69264BF0E12E}"/>
                                            </p:graphicEl>
                                          </p:spTgt>
                                        </p:tgtEl>
                                        <p:attrNameLst>
                                          <p:attrName>style.visibility</p:attrName>
                                        </p:attrNameLst>
                                      </p:cBhvr>
                                      <p:to>
                                        <p:strVal val="visible"/>
                                      </p:to>
                                    </p:set>
                                    <p:anim calcmode="lin" valueType="num">
                                      <p:cBhvr>
                                        <p:cTn id="21" dur="500" fill="hold"/>
                                        <p:tgtEl>
                                          <p:spTgt spid="4">
                                            <p:graphicEl>
                                              <a:dgm id="{2A6D5F2F-57B5-47C7-81C6-69264BF0E12E}"/>
                                            </p:graphicEl>
                                          </p:spTgt>
                                        </p:tgtEl>
                                        <p:attrNameLst>
                                          <p:attrName>ppt_w</p:attrName>
                                        </p:attrNameLst>
                                      </p:cBhvr>
                                      <p:tavLst>
                                        <p:tav tm="0">
                                          <p:val>
                                            <p:fltVal val="0"/>
                                          </p:val>
                                        </p:tav>
                                        <p:tav tm="100000">
                                          <p:val>
                                            <p:strVal val="#ppt_w"/>
                                          </p:val>
                                        </p:tav>
                                      </p:tavLst>
                                    </p:anim>
                                    <p:anim calcmode="lin" valueType="num">
                                      <p:cBhvr>
                                        <p:cTn id="22" dur="500" fill="hold"/>
                                        <p:tgtEl>
                                          <p:spTgt spid="4">
                                            <p:graphicEl>
                                              <a:dgm id="{2A6D5F2F-57B5-47C7-81C6-69264BF0E12E}"/>
                                            </p:graphicEl>
                                          </p:spTgt>
                                        </p:tgtEl>
                                        <p:attrNameLst>
                                          <p:attrName>ppt_h</p:attrName>
                                        </p:attrNameLst>
                                      </p:cBhvr>
                                      <p:tavLst>
                                        <p:tav tm="0">
                                          <p:val>
                                            <p:fltVal val="0"/>
                                          </p:val>
                                        </p:tav>
                                        <p:tav tm="100000">
                                          <p:val>
                                            <p:strVal val="#ppt_h"/>
                                          </p:val>
                                        </p:tav>
                                      </p:tavLst>
                                    </p:anim>
                                    <p:animEffect transition="in" filter="fade">
                                      <p:cBhvr>
                                        <p:cTn id="23" dur="500"/>
                                        <p:tgtEl>
                                          <p:spTgt spid="4">
                                            <p:graphicEl>
                                              <a:dgm id="{2A6D5F2F-57B5-47C7-81C6-69264BF0E12E}"/>
                                            </p:graphicEl>
                                          </p:spTgt>
                                        </p:tgtEl>
                                      </p:cBhvr>
                                    </p:animEffect>
                                  </p:childTnLst>
                                </p:cTn>
                              </p:par>
                              <p:par>
                                <p:cTn id="24" presetID="53" presetClass="entr" presetSubtype="16" fill="hold" grpId="0" nodeType="withEffect">
                                  <p:stCondLst>
                                    <p:cond delay="0"/>
                                  </p:stCondLst>
                                  <p:childTnLst>
                                    <p:set>
                                      <p:cBhvr>
                                        <p:cTn id="25" dur="1" fill="hold">
                                          <p:stCondLst>
                                            <p:cond delay="0"/>
                                          </p:stCondLst>
                                        </p:cTn>
                                        <p:tgtEl>
                                          <p:spTgt spid="4">
                                            <p:graphicEl>
                                              <a:dgm id="{EE0103B8-DDA4-4034-8172-00B562D71D5E}"/>
                                            </p:graphicEl>
                                          </p:spTgt>
                                        </p:tgtEl>
                                        <p:attrNameLst>
                                          <p:attrName>style.visibility</p:attrName>
                                        </p:attrNameLst>
                                      </p:cBhvr>
                                      <p:to>
                                        <p:strVal val="visible"/>
                                      </p:to>
                                    </p:set>
                                    <p:anim calcmode="lin" valueType="num">
                                      <p:cBhvr>
                                        <p:cTn id="26" dur="500" fill="hold"/>
                                        <p:tgtEl>
                                          <p:spTgt spid="4">
                                            <p:graphicEl>
                                              <a:dgm id="{EE0103B8-DDA4-4034-8172-00B562D71D5E}"/>
                                            </p:graphicEl>
                                          </p:spTgt>
                                        </p:tgtEl>
                                        <p:attrNameLst>
                                          <p:attrName>ppt_w</p:attrName>
                                        </p:attrNameLst>
                                      </p:cBhvr>
                                      <p:tavLst>
                                        <p:tav tm="0">
                                          <p:val>
                                            <p:fltVal val="0"/>
                                          </p:val>
                                        </p:tav>
                                        <p:tav tm="100000">
                                          <p:val>
                                            <p:strVal val="#ppt_w"/>
                                          </p:val>
                                        </p:tav>
                                      </p:tavLst>
                                    </p:anim>
                                    <p:anim calcmode="lin" valueType="num">
                                      <p:cBhvr>
                                        <p:cTn id="27" dur="500" fill="hold"/>
                                        <p:tgtEl>
                                          <p:spTgt spid="4">
                                            <p:graphicEl>
                                              <a:dgm id="{EE0103B8-DDA4-4034-8172-00B562D71D5E}"/>
                                            </p:graphicEl>
                                          </p:spTgt>
                                        </p:tgtEl>
                                        <p:attrNameLst>
                                          <p:attrName>ppt_h</p:attrName>
                                        </p:attrNameLst>
                                      </p:cBhvr>
                                      <p:tavLst>
                                        <p:tav tm="0">
                                          <p:val>
                                            <p:fltVal val="0"/>
                                          </p:val>
                                        </p:tav>
                                        <p:tav tm="100000">
                                          <p:val>
                                            <p:strVal val="#ppt_h"/>
                                          </p:val>
                                        </p:tav>
                                      </p:tavLst>
                                    </p:anim>
                                    <p:animEffect transition="in" filter="fade">
                                      <p:cBhvr>
                                        <p:cTn id="28" dur="500"/>
                                        <p:tgtEl>
                                          <p:spTgt spid="4">
                                            <p:graphicEl>
                                              <a:dgm id="{EE0103B8-DDA4-4034-8172-00B562D71D5E}"/>
                                            </p:graphicEl>
                                          </p:spTgt>
                                        </p:tgtEl>
                                      </p:cBhvr>
                                    </p:animEffect>
                                  </p:childTnLst>
                                </p:cTn>
                              </p:par>
                              <p:par>
                                <p:cTn id="29" presetID="53" presetClass="entr" presetSubtype="16" fill="hold" grpId="0" nodeType="withEffect">
                                  <p:stCondLst>
                                    <p:cond delay="0"/>
                                  </p:stCondLst>
                                  <p:childTnLst>
                                    <p:set>
                                      <p:cBhvr>
                                        <p:cTn id="30" dur="1" fill="hold">
                                          <p:stCondLst>
                                            <p:cond delay="0"/>
                                          </p:stCondLst>
                                        </p:cTn>
                                        <p:tgtEl>
                                          <p:spTgt spid="4">
                                            <p:graphicEl>
                                              <a:dgm id="{A336B08D-4A55-482F-996D-83ADC49FEF53}"/>
                                            </p:graphicEl>
                                          </p:spTgt>
                                        </p:tgtEl>
                                        <p:attrNameLst>
                                          <p:attrName>style.visibility</p:attrName>
                                        </p:attrNameLst>
                                      </p:cBhvr>
                                      <p:to>
                                        <p:strVal val="visible"/>
                                      </p:to>
                                    </p:set>
                                    <p:anim calcmode="lin" valueType="num">
                                      <p:cBhvr>
                                        <p:cTn id="31" dur="500" fill="hold"/>
                                        <p:tgtEl>
                                          <p:spTgt spid="4">
                                            <p:graphicEl>
                                              <a:dgm id="{A336B08D-4A55-482F-996D-83ADC49FEF53}"/>
                                            </p:graphicEl>
                                          </p:spTgt>
                                        </p:tgtEl>
                                        <p:attrNameLst>
                                          <p:attrName>ppt_w</p:attrName>
                                        </p:attrNameLst>
                                      </p:cBhvr>
                                      <p:tavLst>
                                        <p:tav tm="0">
                                          <p:val>
                                            <p:fltVal val="0"/>
                                          </p:val>
                                        </p:tav>
                                        <p:tav tm="100000">
                                          <p:val>
                                            <p:strVal val="#ppt_w"/>
                                          </p:val>
                                        </p:tav>
                                      </p:tavLst>
                                    </p:anim>
                                    <p:anim calcmode="lin" valueType="num">
                                      <p:cBhvr>
                                        <p:cTn id="32" dur="500" fill="hold"/>
                                        <p:tgtEl>
                                          <p:spTgt spid="4">
                                            <p:graphicEl>
                                              <a:dgm id="{A336B08D-4A55-482F-996D-83ADC49FEF53}"/>
                                            </p:graphicEl>
                                          </p:spTgt>
                                        </p:tgtEl>
                                        <p:attrNameLst>
                                          <p:attrName>ppt_h</p:attrName>
                                        </p:attrNameLst>
                                      </p:cBhvr>
                                      <p:tavLst>
                                        <p:tav tm="0">
                                          <p:val>
                                            <p:fltVal val="0"/>
                                          </p:val>
                                        </p:tav>
                                        <p:tav tm="100000">
                                          <p:val>
                                            <p:strVal val="#ppt_h"/>
                                          </p:val>
                                        </p:tav>
                                      </p:tavLst>
                                    </p:anim>
                                    <p:animEffect transition="in" filter="fade">
                                      <p:cBhvr>
                                        <p:cTn id="33" dur="500"/>
                                        <p:tgtEl>
                                          <p:spTgt spid="4">
                                            <p:graphicEl>
                                              <a:dgm id="{A336B08D-4A55-482F-996D-83ADC49FEF53}"/>
                                            </p:graphicEl>
                                          </p:spTgt>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4">
                                            <p:graphicEl>
                                              <a:dgm id="{ED80FFFB-52E9-4C4D-B02F-6FD7EA24E837}"/>
                                            </p:graphicEl>
                                          </p:spTgt>
                                        </p:tgtEl>
                                        <p:attrNameLst>
                                          <p:attrName>style.visibility</p:attrName>
                                        </p:attrNameLst>
                                      </p:cBhvr>
                                      <p:to>
                                        <p:strVal val="visible"/>
                                      </p:to>
                                    </p:set>
                                    <p:anim calcmode="lin" valueType="num">
                                      <p:cBhvr>
                                        <p:cTn id="36" dur="500" fill="hold"/>
                                        <p:tgtEl>
                                          <p:spTgt spid="4">
                                            <p:graphicEl>
                                              <a:dgm id="{ED80FFFB-52E9-4C4D-B02F-6FD7EA24E837}"/>
                                            </p:graphicEl>
                                          </p:spTgt>
                                        </p:tgtEl>
                                        <p:attrNameLst>
                                          <p:attrName>ppt_w</p:attrName>
                                        </p:attrNameLst>
                                      </p:cBhvr>
                                      <p:tavLst>
                                        <p:tav tm="0">
                                          <p:val>
                                            <p:fltVal val="0"/>
                                          </p:val>
                                        </p:tav>
                                        <p:tav tm="100000">
                                          <p:val>
                                            <p:strVal val="#ppt_w"/>
                                          </p:val>
                                        </p:tav>
                                      </p:tavLst>
                                    </p:anim>
                                    <p:anim calcmode="lin" valueType="num">
                                      <p:cBhvr>
                                        <p:cTn id="37" dur="500" fill="hold"/>
                                        <p:tgtEl>
                                          <p:spTgt spid="4">
                                            <p:graphicEl>
                                              <a:dgm id="{ED80FFFB-52E9-4C4D-B02F-6FD7EA24E837}"/>
                                            </p:graphicEl>
                                          </p:spTgt>
                                        </p:tgtEl>
                                        <p:attrNameLst>
                                          <p:attrName>ppt_h</p:attrName>
                                        </p:attrNameLst>
                                      </p:cBhvr>
                                      <p:tavLst>
                                        <p:tav tm="0">
                                          <p:val>
                                            <p:fltVal val="0"/>
                                          </p:val>
                                        </p:tav>
                                        <p:tav tm="100000">
                                          <p:val>
                                            <p:strVal val="#ppt_h"/>
                                          </p:val>
                                        </p:tav>
                                      </p:tavLst>
                                    </p:anim>
                                    <p:animEffect transition="in" filter="fade">
                                      <p:cBhvr>
                                        <p:cTn id="38" dur="500"/>
                                        <p:tgtEl>
                                          <p:spTgt spid="4">
                                            <p:graphicEl>
                                              <a:dgm id="{ED80FFFB-52E9-4C4D-B02F-6FD7EA24E837}"/>
                                            </p:graphicEl>
                                          </p:spTgt>
                                        </p:tgtEl>
                                      </p:cBhvr>
                                    </p:animEffect>
                                  </p:childTnLst>
                                </p:cTn>
                              </p:par>
                              <p:par>
                                <p:cTn id="39" presetID="53" presetClass="entr" presetSubtype="16" fill="hold" grpId="0" nodeType="withEffect">
                                  <p:stCondLst>
                                    <p:cond delay="0"/>
                                  </p:stCondLst>
                                  <p:childTnLst>
                                    <p:set>
                                      <p:cBhvr>
                                        <p:cTn id="40" dur="1" fill="hold">
                                          <p:stCondLst>
                                            <p:cond delay="0"/>
                                          </p:stCondLst>
                                        </p:cTn>
                                        <p:tgtEl>
                                          <p:spTgt spid="4">
                                            <p:graphicEl>
                                              <a:dgm id="{1D09F89A-0BC8-4DB8-811D-9C220178FB28}"/>
                                            </p:graphicEl>
                                          </p:spTgt>
                                        </p:tgtEl>
                                        <p:attrNameLst>
                                          <p:attrName>style.visibility</p:attrName>
                                        </p:attrNameLst>
                                      </p:cBhvr>
                                      <p:to>
                                        <p:strVal val="visible"/>
                                      </p:to>
                                    </p:set>
                                    <p:anim calcmode="lin" valueType="num">
                                      <p:cBhvr>
                                        <p:cTn id="41" dur="500" fill="hold"/>
                                        <p:tgtEl>
                                          <p:spTgt spid="4">
                                            <p:graphicEl>
                                              <a:dgm id="{1D09F89A-0BC8-4DB8-811D-9C220178FB28}"/>
                                            </p:graphicEl>
                                          </p:spTgt>
                                        </p:tgtEl>
                                        <p:attrNameLst>
                                          <p:attrName>ppt_w</p:attrName>
                                        </p:attrNameLst>
                                      </p:cBhvr>
                                      <p:tavLst>
                                        <p:tav tm="0">
                                          <p:val>
                                            <p:fltVal val="0"/>
                                          </p:val>
                                        </p:tav>
                                        <p:tav tm="100000">
                                          <p:val>
                                            <p:strVal val="#ppt_w"/>
                                          </p:val>
                                        </p:tav>
                                      </p:tavLst>
                                    </p:anim>
                                    <p:anim calcmode="lin" valueType="num">
                                      <p:cBhvr>
                                        <p:cTn id="42" dur="500" fill="hold"/>
                                        <p:tgtEl>
                                          <p:spTgt spid="4">
                                            <p:graphicEl>
                                              <a:dgm id="{1D09F89A-0BC8-4DB8-811D-9C220178FB28}"/>
                                            </p:graphicEl>
                                          </p:spTgt>
                                        </p:tgtEl>
                                        <p:attrNameLst>
                                          <p:attrName>ppt_h</p:attrName>
                                        </p:attrNameLst>
                                      </p:cBhvr>
                                      <p:tavLst>
                                        <p:tav tm="0">
                                          <p:val>
                                            <p:fltVal val="0"/>
                                          </p:val>
                                        </p:tav>
                                        <p:tav tm="100000">
                                          <p:val>
                                            <p:strVal val="#ppt_h"/>
                                          </p:val>
                                        </p:tav>
                                      </p:tavLst>
                                    </p:anim>
                                    <p:animEffect transition="in" filter="fade">
                                      <p:cBhvr>
                                        <p:cTn id="43" dur="500"/>
                                        <p:tgtEl>
                                          <p:spTgt spid="4">
                                            <p:graphicEl>
                                              <a:dgm id="{1D09F89A-0BC8-4DB8-811D-9C220178FB28}"/>
                                            </p:graphicEl>
                                          </p:spTgt>
                                        </p:tgtEl>
                                      </p:cBhvr>
                                    </p:animEffect>
                                  </p:childTnLst>
                                </p:cTn>
                              </p:par>
                              <p:par>
                                <p:cTn id="44" presetID="53" presetClass="entr" presetSubtype="16" fill="hold" grpId="0" nodeType="withEffect">
                                  <p:stCondLst>
                                    <p:cond delay="0"/>
                                  </p:stCondLst>
                                  <p:childTnLst>
                                    <p:set>
                                      <p:cBhvr>
                                        <p:cTn id="45" dur="1" fill="hold">
                                          <p:stCondLst>
                                            <p:cond delay="0"/>
                                          </p:stCondLst>
                                        </p:cTn>
                                        <p:tgtEl>
                                          <p:spTgt spid="4">
                                            <p:graphicEl>
                                              <a:dgm id="{970A3C73-D850-44B0-8359-2E7D4F1BB4E9}"/>
                                            </p:graphicEl>
                                          </p:spTgt>
                                        </p:tgtEl>
                                        <p:attrNameLst>
                                          <p:attrName>style.visibility</p:attrName>
                                        </p:attrNameLst>
                                      </p:cBhvr>
                                      <p:to>
                                        <p:strVal val="visible"/>
                                      </p:to>
                                    </p:set>
                                    <p:anim calcmode="lin" valueType="num">
                                      <p:cBhvr>
                                        <p:cTn id="46" dur="500" fill="hold"/>
                                        <p:tgtEl>
                                          <p:spTgt spid="4">
                                            <p:graphicEl>
                                              <a:dgm id="{970A3C73-D850-44B0-8359-2E7D4F1BB4E9}"/>
                                            </p:graphicEl>
                                          </p:spTgt>
                                        </p:tgtEl>
                                        <p:attrNameLst>
                                          <p:attrName>ppt_w</p:attrName>
                                        </p:attrNameLst>
                                      </p:cBhvr>
                                      <p:tavLst>
                                        <p:tav tm="0">
                                          <p:val>
                                            <p:fltVal val="0"/>
                                          </p:val>
                                        </p:tav>
                                        <p:tav tm="100000">
                                          <p:val>
                                            <p:strVal val="#ppt_w"/>
                                          </p:val>
                                        </p:tav>
                                      </p:tavLst>
                                    </p:anim>
                                    <p:anim calcmode="lin" valueType="num">
                                      <p:cBhvr>
                                        <p:cTn id="47" dur="500" fill="hold"/>
                                        <p:tgtEl>
                                          <p:spTgt spid="4">
                                            <p:graphicEl>
                                              <a:dgm id="{970A3C73-D850-44B0-8359-2E7D4F1BB4E9}"/>
                                            </p:graphicEl>
                                          </p:spTgt>
                                        </p:tgtEl>
                                        <p:attrNameLst>
                                          <p:attrName>ppt_h</p:attrName>
                                        </p:attrNameLst>
                                      </p:cBhvr>
                                      <p:tavLst>
                                        <p:tav tm="0">
                                          <p:val>
                                            <p:fltVal val="0"/>
                                          </p:val>
                                        </p:tav>
                                        <p:tav tm="100000">
                                          <p:val>
                                            <p:strVal val="#ppt_h"/>
                                          </p:val>
                                        </p:tav>
                                      </p:tavLst>
                                    </p:anim>
                                    <p:animEffect transition="in" filter="fade">
                                      <p:cBhvr>
                                        <p:cTn id="48" dur="500"/>
                                        <p:tgtEl>
                                          <p:spTgt spid="4">
                                            <p:graphicEl>
                                              <a:dgm id="{970A3C73-D850-44B0-8359-2E7D4F1BB4E9}"/>
                                            </p:graphicEl>
                                          </p:spTgt>
                                        </p:tgtEl>
                                      </p:cBhvr>
                                    </p:animEffect>
                                  </p:childTnLst>
                                </p:cTn>
                              </p:par>
                              <p:par>
                                <p:cTn id="49" presetID="53" presetClass="entr" presetSubtype="16" fill="hold" grpId="0" nodeType="withEffect">
                                  <p:stCondLst>
                                    <p:cond delay="0"/>
                                  </p:stCondLst>
                                  <p:childTnLst>
                                    <p:set>
                                      <p:cBhvr>
                                        <p:cTn id="50" dur="1" fill="hold">
                                          <p:stCondLst>
                                            <p:cond delay="0"/>
                                          </p:stCondLst>
                                        </p:cTn>
                                        <p:tgtEl>
                                          <p:spTgt spid="4">
                                            <p:graphicEl>
                                              <a:dgm id="{DE1A2506-4ACE-412E-8B47-38B60FF24279}"/>
                                            </p:graphicEl>
                                          </p:spTgt>
                                        </p:tgtEl>
                                        <p:attrNameLst>
                                          <p:attrName>style.visibility</p:attrName>
                                        </p:attrNameLst>
                                      </p:cBhvr>
                                      <p:to>
                                        <p:strVal val="visible"/>
                                      </p:to>
                                    </p:set>
                                    <p:anim calcmode="lin" valueType="num">
                                      <p:cBhvr>
                                        <p:cTn id="51" dur="500" fill="hold"/>
                                        <p:tgtEl>
                                          <p:spTgt spid="4">
                                            <p:graphicEl>
                                              <a:dgm id="{DE1A2506-4ACE-412E-8B47-38B60FF24279}"/>
                                            </p:graphicEl>
                                          </p:spTgt>
                                        </p:tgtEl>
                                        <p:attrNameLst>
                                          <p:attrName>ppt_w</p:attrName>
                                        </p:attrNameLst>
                                      </p:cBhvr>
                                      <p:tavLst>
                                        <p:tav tm="0">
                                          <p:val>
                                            <p:fltVal val="0"/>
                                          </p:val>
                                        </p:tav>
                                        <p:tav tm="100000">
                                          <p:val>
                                            <p:strVal val="#ppt_w"/>
                                          </p:val>
                                        </p:tav>
                                      </p:tavLst>
                                    </p:anim>
                                    <p:anim calcmode="lin" valueType="num">
                                      <p:cBhvr>
                                        <p:cTn id="52" dur="500" fill="hold"/>
                                        <p:tgtEl>
                                          <p:spTgt spid="4">
                                            <p:graphicEl>
                                              <a:dgm id="{DE1A2506-4ACE-412E-8B47-38B60FF24279}"/>
                                            </p:graphicEl>
                                          </p:spTgt>
                                        </p:tgtEl>
                                        <p:attrNameLst>
                                          <p:attrName>ppt_h</p:attrName>
                                        </p:attrNameLst>
                                      </p:cBhvr>
                                      <p:tavLst>
                                        <p:tav tm="0">
                                          <p:val>
                                            <p:fltVal val="0"/>
                                          </p:val>
                                        </p:tav>
                                        <p:tav tm="100000">
                                          <p:val>
                                            <p:strVal val="#ppt_h"/>
                                          </p:val>
                                        </p:tav>
                                      </p:tavLst>
                                    </p:anim>
                                    <p:animEffect transition="in" filter="fade">
                                      <p:cBhvr>
                                        <p:cTn id="53" dur="500"/>
                                        <p:tgtEl>
                                          <p:spTgt spid="4">
                                            <p:graphicEl>
                                              <a:dgm id="{DE1A2506-4ACE-412E-8B47-38B60FF24279}"/>
                                            </p:graphicEl>
                                          </p:spTgt>
                                        </p:tgtEl>
                                      </p:cBhvr>
                                    </p:animEffect>
                                  </p:childTnLst>
                                </p:cTn>
                              </p:par>
                              <p:par>
                                <p:cTn id="54" presetID="53" presetClass="entr" presetSubtype="16" fill="hold" grpId="0" nodeType="withEffect">
                                  <p:stCondLst>
                                    <p:cond delay="0"/>
                                  </p:stCondLst>
                                  <p:childTnLst>
                                    <p:set>
                                      <p:cBhvr>
                                        <p:cTn id="55" dur="1" fill="hold">
                                          <p:stCondLst>
                                            <p:cond delay="0"/>
                                          </p:stCondLst>
                                        </p:cTn>
                                        <p:tgtEl>
                                          <p:spTgt spid="4">
                                            <p:graphicEl>
                                              <a:dgm id="{48E81C4A-14E8-4E90-9A2C-9F7EC2BC0F05}"/>
                                            </p:graphicEl>
                                          </p:spTgt>
                                        </p:tgtEl>
                                        <p:attrNameLst>
                                          <p:attrName>style.visibility</p:attrName>
                                        </p:attrNameLst>
                                      </p:cBhvr>
                                      <p:to>
                                        <p:strVal val="visible"/>
                                      </p:to>
                                    </p:set>
                                    <p:anim calcmode="lin" valueType="num">
                                      <p:cBhvr>
                                        <p:cTn id="56" dur="500" fill="hold"/>
                                        <p:tgtEl>
                                          <p:spTgt spid="4">
                                            <p:graphicEl>
                                              <a:dgm id="{48E81C4A-14E8-4E90-9A2C-9F7EC2BC0F05}"/>
                                            </p:graphicEl>
                                          </p:spTgt>
                                        </p:tgtEl>
                                        <p:attrNameLst>
                                          <p:attrName>ppt_w</p:attrName>
                                        </p:attrNameLst>
                                      </p:cBhvr>
                                      <p:tavLst>
                                        <p:tav tm="0">
                                          <p:val>
                                            <p:fltVal val="0"/>
                                          </p:val>
                                        </p:tav>
                                        <p:tav tm="100000">
                                          <p:val>
                                            <p:strVal val="#ppt_w"/>
                                          </p:val>
                                        </p:tav>
                                      </p:tavLst>
                                    </p:anim>
                                    <p:anim calcmode="lin" valueType="num">
                                      <p:cBhvr>
                                        <p:cTn id="57" dur="500" fill="hold"/>
                                        <p:tgtEl>
                                          <p:spTgt spid="4">
                                            <p:graphicEl>
                                              <a:dgm id="{48E81C4A-14E8-4E90-9A2C-9F7EC2BC0F05}"/>
                                            </p:graphicEl>
                                          </p:spTgt>
                                        </p:tgtEl>
                                        <p:attrNameLst>
                                          <p:attrName>ppt_h</p:attrName>
                                        </p:attrNameLst>
                                      </p:cBhvr>
                                      <p:tavLst>
                                        <p:tav tm="0">
                                          <p:val>
                                            <p:fltVal val="0"/>
                                          </p:val>
                                        </p:tav>
                                        <p:tav tm="100000">
                                          <p:val>
                                            <p:strVal val="#ppt_h"/>
                                          </p:val>
                                        </p:tav>
                                      </p:tavLst>
                                    </p:anim>
                                    <p:animEffect transition="in" filter="fade">
                                      <p:cBhvr>
                                        <p:cTn id="58" dur="500"/>
                                        <p:tgtEl>
                                          <p:spTgt spid="4">
                                            <p:graphicEl>
                                              <a:dgm id="{48E81C4A-14E8-4E90-9A2C-9F7EC2BC0F05}"/>
                                            </p:graphicEl>
                                          </p:spTgt>
                                        </p:tgtEl>
                                      </p:cBhvr>
                                    </p:animEffect>
                                  </p:childTnLst>
                                </p:cTn>
                              </p:par>
                              <p:par>
                                <p:cTn id="59" presetID="53" presetClass="entr" presetSubtype="16" fill="hold" grpId="0" nodeType="withEffect">
                                  <p:stCondLst>
                                    <p:cond delay="0"/>
                                  </p:stCondLst>
                                  <p:childTnLst>
                                    <p:set>
                                      <p:cBhvr>
                                        <p:cTn id="60" dur="1" fill="hold">
                                          <p:stCondLst>
                                            <p:cond delay="0"/>
                                          </p:stCondLst>
                                        </p:cTn>
                                        <p:tgtEl>
                                          <p:spTgt spid="4">
                                            <p:graphicEl>
                                              <a:dgm id="{36B409C0-E208-48AF-9454-A67A523AB484}"/>
                                            </p:graphicEl>
                                          </p:spTgt>
                                        </p:tgtEl>
                                        <p:attrNameLst>
                                          <p:attrName>style.visibility</p:attrName>
                                        </p:attrNameLst>
                                      </p:cBhvr>
                                      <p:to>
                                        <p:strVal val="visible"/>
                                      </p:to>
                                    </p:set>
                                    <p:anim calcmode="lin" valueType="num">
                                      <p:cBhvr>
                                        <p:cTn id="61" dur="500" fill="hold"/>
                                        <p:tgtEl>
                                          <p:spTgt spid="4">
                                            <p:graphicEl>
                                              <a:dgm id="{36B409C0-E208-48AF-9454-A67A523AB484}"/>
                                            </p:graphicEl>
                                          </p:spTgt>
                                        </p:tgtEl>
                                        <p:attrNameLst>
                                          <p:attrName>ppt_w</p:attrName>
                                        </p:attrNameLst>
                                      </p:cBhvr>
                                      <p:tavLst>
                                        <p:tav tm="0">
                                          <p:val>
                                            <p:fltVal val="0"/>
                                          </p:val>
                                        </p:tav>
                                        <p:tav tm="100000">
                                          <p:val>
                                            <p:strVal val="#ppt_w"/>
                                          </p:val>
                                        </p:tav>
                                      </p:tavLst>
                                    </p:anim>
                                    <p:anim calcmode="lin" valueType="num">
                                      <p:cBhvr>
                                        <p:cTn id="62" dur="500" fill="hold"/>
                                        <p:tgtEl>
                                          <p:spTgt spid="4">
                                            <p:graphicEl>
                                              <a:dgm id="{36B409C0-E208-48AF-9454-A67A523AB484}"/>
                                            </p:graphicEl>
                                          </p:spTgt>
                                        </p:tgtEl>
                                        <p:attrNameLst>
                                          <p:attrName>ppt_h</p:attrName>
                                        </p:attrNameLst>
                                      </p:cBhvr>
                                      <p:tavLst>
                                        <p:tav tm="0">
                                          <p:val>
                                            <p:fltVal val="0"/>
                                          </p:val>
                                        </p:tav>
                                        <p:tav tm="100000">
                                          <p:val>
                                            <p:strVal val="#ppt_h"/>
                                          </p:val>
                                        </p:tav>
                                      </p:tavLst>
                                    </p:anim>
                                    <p:animEffect transition="in" filter="fade">
                                      <p:cBhvr>
                                        <p:cTn id="63" dur="500"/>
                                        <p:tgtEl>
                                          <p:spTgt spid="4">
                                            <p:graphicEl>
                                              <a:dgm id="{36B409C0-E208-48AF-9454-A67A523AB484}"/>
                                            </p:graphicEl>
                                          </p:spTgt>
                                        </p:tgtEl>
                                      </p:cBhvr>
                                    </p:animEffect>
                                  </p:childTnLst>
                                </p:cTn>
                              </p:par>
                              <p:par>
                                <p:cTn id="64" presetID="53" presetClass="entr" presetSubtype="16" fill="hold" grpId="0" nodeType="withEffect">
                                  <p:stCondLst>
                                    <p:cond delay="0"/>
                                  </p:stCondLst>
                                  <p:childTnLst>
                                    <p:set>
                                      <p:cBhvr>
                                        <p:cTn id="65" dur="1" fill="hold">
                                          <p:stCondLst>
                                            <p:cond delay="0"/>
                                          </p:stCondLst>
                                        </p:cTn>
                                        <p:tgtEl>
                                          <p:spTgt spid="4">
                                            <p:graphicEl>
                                              <a:dgm id="{E8035773-F144-4795-98E8-8F50AFF1CBFD}"/>
                                            </p:graphicEl>
                                          </p:spTgt>
                                        </p:tgtEl>
                                        <p:attrNameLst>
                                          <p:attrName>style.visibility</p:attrName>
                                        </p:attrNameLst>
                                      </p:cBhvr>
                                      <p:to>
                                        <p:strVal val="visible"/>
                                      </p:to>
                                    </p:set>
                                    <p:anim calcmode="lin" valueType="num">
                                      <p:cBhvr>
                                        <p:cTn id="66" dur="500" fill="hold"/>
                                        <p:tgtEl>
                                          <p:spTgt spid="4">
                                            <p:graphicEl>
                                              <a:dgm id="{E8035773-F144-4795-98E8-8F50AFF1CBFD}"/>
                                            </p:graphicEl>
                                          </p:spTgt>
                                        </p:tgtEl>
                                        <p:attrNameLst>
                                          <p:attrName>ppt_w</p:attrName>
                                        </p:attrNameLst>
                                      </p:cBhvr>
                                      <p:tavLst>
                                        <p:tav tm="0">
                                          <p:val>
                                            <p:fltVal val="0"/>
                                          </p:val>
                                        </p:tav>
                                        <p:tav tm="100000">
                                          <p:val>
                                            <p:strVal val="#ppt_w"/>
                                          </p:val>
                                        </p:tav>
                                      </p:tavLst>
                                    </p:anim>
                                    <p:anim calcmode="lin" valueType="num">
                                      <p:cBhvr>
                                        <p:cTn id="67" dur="500" fill="hold"/>
                                        <p:tgtEl>
                                          <p:spTgt spid="4">
                                            <p:graphicEl>
                                              <a:dgm id="{E8035773-F144-4795-98E8-8F50AFF1CBFD}"/>
                                            </p:graphicEl>
                                          </p:spTgt>
                                        </p:tgtEl>
                                        <p:attrNameLst>
                                          <p:attrName>ppt_h</p:attrName>
                                        </p:attrNameLst>
                                      </p:cBhvr>
                                      <p:tavLst>
                                        <p:tav tm="0">
                                          <p:val>
                                            <p:fltVal val="0"/>
                                          </p:val>
                                        </p:tav>
                                        <p:tav tm="100000">
                                          <p:val>
                                            <p:strVal val="#ppt_h"/>
                                          </p:val>
                                        </p:tav>
                                      </p:tavLst>
                                    </p:anim>
                                    <p:animEffect transition="in" filter="fade">
                                      <p:cBhvr>
                                        <p:cTn id="68" dur="500"/>
                                        <p:tgtEl>
                                          <p:spTgt spid="4">
                                            <p:graphicEl>
                                              <a:dgm id="{E8035773-F144-4795-98E8-8F50AFF1CBFD}"/>
                                            </p:graphicEl>
                                          </p:spTgt>
                                        </p:tgtEl>
                                      </p:cBhvr>
                                    </p:animEffect>
                                  </p:childTnLst>
                                </p:cTn>
                              </p:par>
                              <p:par>
                                <p:cTn id="69" presetID="53" presetClass="entr" presetSubtype="16" fill="hold" grpId="0" nodeType="withEffect">
                                  <p:stCondLst>
                                    <p:cond delay="0"/>
                                  </p:stCondLst>
                                  <p:childTnLst>
                                    <p:set>
                                      <p:cBhvr>
                                        <p:cTn id="70" dur="1" fill="hold">
                                          <p:stCondLst>
                                            <p:cond delay="0"/>
                                          </p:stCondLst>
                                        </p:cTn>
                                        <p:tgtEl>
                                          <p:spTgt spid="4">
                                            <p:graphicEl>
                                              <a:dgm id="{6BD8D21A-1BC2-44FA-80B2-4F5FDD02FADD}"/>
                                            </p:graphicEl>
                                          </p:spTgt>
                                        </p:tgtEl>
                                        <p:attrNameLst>
                                          <p:attrName>style.visibility</p:attrName>
                                        </p:attrNameLst>
                                      </p:cBhvr>
                                      <p:to>
                                        <p:strVal val="visible"/>
                                      </p:to>
                                    </p:set>
                                    <p:anim calcmode="lin" valueType="num">
                                      <p:cBhvr>
                                        <p:cTn id="71" dur="500" fill="hold"/>
                                        <p:tgtEl>
                                          <p:spTgt spid="4">
                                            <p:graphicEl>
                                              <a:dgm id="{6BD8D21A-1BC2-44FA-80B2-4F5FDD02FADD}"/>
                                            </p:graphicEl>
                                          </p:spTgt>
                                        </p:tgtEl>
                                        <p:attrNameLst>
                                          <p:attrName>ppt_w</p:attrName>
                                        </p:attrNameLst>
                                      </p:cBhvr>
                                      <p:tavLst>
                                        <p:tav tm="0">
                                          <p:val>
                                            <p:fltVal val="0"/>
                                          </p:val>
                                        </p:tav>
                                        <p:tav tm="100000">
                                          <p:val>
                                            <p:strVal val="#ppt_w"/>
                                          </p:val>
                                        </p:tav>
                                      </p:tavLst>
                                    </p:anim>
                                    <p:anim calcmode="lin" valueType="num">
                                      <p:cBhvr>
                                        <p:cTn id="72" dur="500" fill="hold"/>
                                        <p:tgtEl>
                                          <p:spTgt spid="4">
                                            <p:graphicEl>
                                              <a:dgm id="{6BD8D21A-1BC2-44FA-80B2-4F5FDD02FADD}"/>
                                            </p:graphicEl>
                                          </p:spTgt>
                                        </p:tgtEl>
                                        <p:attrNameLst>
                                          <p:attrName>ppt_h</p:attrName>
                                        </p:attrNameLst>
                                      </p:cBhvr>
                                      <p:tavLst>
                                        <p:tav tm="0">
                                          <p:val>
                                            <p:fltVal val="0"/>
                                          </p:val>
                                        </p:tav>
                                        <p:tav tm="100000">
                                          <p:val>
                                            <p:strVal val="#ppt_h"/>
                                          </p:val>
                                        </p:tav>
                                      </p:tavLst>
                                    </p:anim>
                                    <p:animEffect transition="in" filter="fade">
                                      <p:cBhvr>
                                        <p:cTn id="73" dur="500"/>
                                        <p:tgtEl>
                                          <p:spTgt spid="4">
                                            <p:graphicEl>
                                              <a:dgm id="{6BD8D21A-1BC2-44FA-80B2-4F5FDD02FADD}"/>
                                            </p:graphicEl>
                                          </p:spTgt>
                                        </p:tgtEl>
                                      </p:cBhvr>
                                    </p:animEffect>
                                  </p:childTnLst>
                                </p:cTn>
                              </p:par>
                              <p:par>
                                <p:cTn id="74" presetID="53" presetClass="entr" presetSubtype="16" fill="hold" grpId="0" nodeType="withEffect">
                                  <p:stCondLst>
                                    <p:cond delay="0"/>
                                  </p:stCondLst>
                                  <p:childTnLst>
                                    <p:set>
                                      <p:cBhvr>
                                        <p:cTn id="75" dur="1" fill="hold">
                                          <p:stCondLst>
                                            <p:cond delay="0"/>
                                          </p:stCondLst>
                                        </p:cTn>
                                        <p:tgtEl>
                                          <p:spTgt spid="4">
                                            <p:graphicEl>
                                              <a:dgm id="{812633E3-3730-4E14-A749-09AEB40A03A0}"/>
                                            </p:graphicEl>
                                          </p:spTgt>
                                        </p:tgtEl>
                                        <p:attrNameLst>
                                          <p:attrName>style.visibility</p:attrName>
                                        </p:attrNameLst>
                                      </p:cBhvr>
                                      <p:to>
                                        <p:strVal val="visible"/>
                                      </p:to>
                                    </p:set>
                                    <p:anim calcmode="lin" valueType="num">
                                      <p:cBhvr>
                                        <p:cTn id="76" dur="500" fill="hold"/>
                                        <p:tgtEl>
                                          <p:spTgt spid="4">
                                            <p:graphicEl>
                                              <a:dgm id="{812633E3-3730-4E14-A749-09AEB40A03A0}"/>
                                            </p:graphicEl>
                                          </p:spTgt>
                                        </p:tgtEl>
                                        <p:attrNameLst>
                                          <p:attrName>ppt_w</p:attrName>
                                        </p:attrNameLst>
                                      </p:cBhvr>
                                      <p:tavLst>
                                        <p:tav tm="0">
                                          <p:val>
                                            <p:fltVal val="0"/>
                                          </p:val>
                                        </p:tav>
                                        <p:tav tm="100000">
                                          <p:val>
                                            <p:strVal val="#ppt_w"/>
                                          </p:val>
                                        </p:tav>
                                      </p:tavLst>
                                    </p:anim>
                                    <p:anim calcmode="lin" valueType="num">
                                      <p:cBhvr>
                                        <p:cTn id="77" dur="500" fill="hold"/>
                                        <p:tgtEl>
                                          <p:spTgt spid="4">
                                            <p:graphicEl>
                                              <a:dgm id="{812633E3-3730-4E14-A749-09AEB40A03A0}"/>
                                            </p:graphicEl>
                                          </p:spTgt>
                                        </p:tgtEl>
                                        <p:attrNameLst>
                                          <p:attrName>ppt_h</p:attrName>
                                        </p:attrNameLst>
                                      </p:cBhvr>
                                      <p:tavLst>
                                        <p:tav tm="0">
                                          <p:val>
                                            <p:fltVal val="0"/>
                                          </p:val>
                                        </p:tav>
                                        <p:tav tm="100000">
                                          <p:val>
                                            <p:strVal val="#ppt_h"/>
                                          </p:val>
                                        </p:tav>
                                      </p:tavLst>
                                    </p:anim>
                                    <p:animEffect transition="in" filter="fade">
                                      <p:cBhvr>
                                        <p:cTn id="78" dur="500"/>
                                        <p:tgtEl>
                                          <p:spTgt spid="4">
                                            <p:graphicEl>
                                              <a:dgm id="{812633E3-3730-4E14-A749-09AEB40A03A0}"/>
                                            </p:graphicEl>
                                          </p:spTgt>
                                        </p:tgtEl>
                                      </p:cBhvr>
                                    </p:animEffect>
                                  </p:childTnLst>
                                </p:cTn>
                              </p:par>
                              <p:par>
                                <p:cTn id="79" presetID="53" presetClass="entr" presetSubtype="16" fill="hold" grpId="0" nodeType="withEffect">
                                  <p:stCondLst>
                                    <p:cond delay="0"/>
                                  </p:stCondLst>
                                  <p:childTnLst>
                                    <p:set>
                                      <p:cBhvr>
                                        <p:cTn id="80" dur="1" fill="hold">
                                          <p:stCondLst>
                                            <p:cond delay="0"/>
                                          </p:stCondLst>
                                        </p:cTn>
                                        <p:tgtEl>
                                          <p:spTgt spid="4">
                                            <p:graphicEl>
                                              <a:dgm id="{710B8318-3FB8-4748-9AAD-3291DBED6C0A}"/>
                                            </p:graphicEl>
                                          </p:spTgt>
                                        </p:tgtEl>
                                        <p:attrNameLst>
                                          <p:attrName>style.visibility</p:attrName>
                                        </p:attrNameLst>
                                      </p:cBhvr>
                                      <p:to>
                                        <p:strVal val="visible"/>
                                      </p:to>
                                    </p:set>
                                    <p:anim calcmode="lin" valueType="num">
                                      <p:cBhvr>
                                        <p:cTn id="81" dur="500" fill="hold"/>
                                        <p:tgtEl>
                                          <p:spTgt spid="4">
                                            <p:graphicEl>
                                              <a:dgm id="{710B8318-3FB8-4748-9AAD-3291DBED6C0A}"/>
                                            </p:graphicEl>
                                          </p:spTgt>
                                        </p:tgtEl>
                                        <p:attrNameLst>
                                          <p:attrName>ppt_w</p:attrName>
                                        </p:attrNameLst>
                                      </p:cBhvr>
                                      <p:tavLst>
                                        <p:tav tm="0">
                                          <p:val>
                                            <p:fltVal val="0"/>
                                          </p:val>
                                        </p:tav>
                                        <p:tav tm="100000">
                                          <p:val>
                                            <p:strVal val="#ppt_w"/>
                                          </p:val>
                                        </p:tav>
                                      </p:tavLst>
                                    </p:anim>
                                    <p:anim calcmode="lin" valueType="num">
                                      <p:cBhvr>
                                        <p:cTn id="82" dur="500" fill="hold"/>
                                        <p:tgtEl>
                                          <p:spTgt spid="4">
                                            <p:graphicEl>
                                              <a:dgm id="{710B8318-3FB8-4748-9AAD-3291DBED6C0A}"/>
                                            </p:graphicEl>
                                          </p:spTgt>
                                        </p:tgtEl>
                                        <p:attrNameLst>
                                          <p:attrName>ppt_h</p:attrName>
                                        </p:attrNameLst>
                                      </p:cBhvr>
                                      <p:tavLst>
                                        <p:tav tm="0">
                                          <p:val>
                                            <p:fltVal val="0"/>
                                          </p:val>
                                        </p:tav>
                                        <p:tav tm="100000">
                                          <p:val>
                                            <p:strVal val="#ppt_h"/>
                                          </p:val>
                                        </p:tav>
                                      </p:tavLst>
                                    </p:anim>
                                    <p:animEffect transition="in" filter="fade">
                                      <p:cBhvr>
                                        <p:cTn id="83" dur="500"/>
                                        <p:tgtEl>
                                          <p:spTgt spid="4">
                                            <p:graphicEl>
                                              <a:dgm id="{710B8318-3FB8-4748-9AAD-3291DBED6C0A}"/>
                                            </p:graphicEl>
                                          </p:spTgt>
                                        </p:tgtEl>
                                      </p:cBhvr>
                                    </p:animEffect>
                                  </p:childTnLst>
                                </p:cTn>
                              </p:par>
                              <p:par>
                                <p:cTn id="84" presetID="53" presetClass="entr" presetSubtype="16" fill="hold" grpId="0" nodeType="withEffect">
                                  <p:stCondLst>
                                    <p:cond delay="0"/>
                                  </p:stCondLst>
                                  <p:childTnLst>
                                    <p:set>
                                      <p:cBhvr>
                                        <p:cTn id="85" dur="1" fill="hold">
                                          <p:stCondLst>
                                            <p:cond delay="0"/>
                                          </p:stCondLst>
                                        </p:cTn>
                                        <p:tgtEl>
                                          <p:spTgt spid="4">
                                            <p:graphicEl>
                                              <a:dgm id="{BD6BB917-FA5E-44E4-A782-853F04E44D3C}"/>
                                            </p:graphicEl>
                                          </p:spTgt>
                                        </p:tgtEl>
                                        <p:attrNameLst>
                                          <p:attrName>style.visibility</p:attrName>
                                        </p:attrNameLst>
                                      </p:cBhvr>
                                      <p:to>
                                        <p:strVal val="visible"/>
                                      </p:to>
                                    </p:set>
                                    <p:anim calcmode="lin" valueType="num">
                                      <p:cBhvr>
                                        <p:cTn id="86" dur="500" fill="hold"/>
                                        <p:tgtEl>
                                          <p:spTgt spid="4">
                                            <p:graphicEl>
                                              <a:dgm id="{BD6BB917-FA5E-44E4-A782-853F04E44D3C}"/>
                                            </p:graphicEl>
                                          </p:spTgt>
                                        </p:tgtEl>
                                        <p:attrNameLst>
                                          <p:attrName>ppt_w</p:attrName>
                                        </p:attrNameLst>
                                      </p:cBhvr>
                                      <p:tavLst>
                                        <p:tav tm="0">
                                          <p:val>
                                            <p:fltVal val="0"/>
                                          </p:val>
                                        </p:tav>
                                        <p:tav tm="100000">
                                          <p:val>
                                            <p:strVal val="#ppt_w"/>
                                          </p:val>
                                        </p:tav>
                                      </p:tavLst>
                                    </p:anim>
                                    <p:anim calcmode="lin" valueType="num">
                                      <p:cBhvr>
                                        <p:cTn id="87" dur="500" fill="hold"/>
                                        <p:tgtEl>
                                          <p:spTgt spid="4">
                                            <p:graphicEl>
                                              <a:dgm id="{BD6BB917-FA5E-44E4-A782-853F04E44D3C}"/>
                                            </p:graphicEl>
                                          </p:spTgt>
                                        </p:tgtEl>
                                        <p:attrNameLst>
                                          <p:attrName>ppt_h</p:attrName>
                                        </p:attrNameLst>
                                      </p:cBhvr>
                                      <p:tavLst>
                                        <p:tav tm="0">
                                          <p:val>
                                            <p:fltVal val="0"/>
                                          </p:val>
                                        </p:tav>
                                        <p:tav tm="100000">
                                          <p:val>
                                            <p:strVal val="#ppt_h"/>
                                          </p:val>
                                        </p:tav>
                                      </p:tavLst>
                                    </p:anim>
                                    <p:animEffect transition="in" filter="fade">
                                      <p:cBhvr>
                                        <p:cTn id="88" dur="500"/>
                                        <p:tgtEl>
                                          <p:spTgt spid="4">
                                            <p:graphicEl>
                                              <a:dgm id="{BD6BB917-FA5E-44E4-A782-853F04E44D3C}"/>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89" restart="whenNotActive" fill="hold" evtFilter="cancelBubble" nodeType="interactiveSeq">
                <p:stCondLst>
                  <p:cond evt="onClick" delay="0">
                    <p:tgtEl>
                      <p:spTgt spid="7"/>
                    </p:tgtEl>
                  </p:cond>
                </p:stCondLst>
                <p:endSync evt="end" delay="0">
                  <p:rtn val="all"/>
                </p:endSync>
                <p:childTnLst>
                  <p:par>
                    <p:cTn id="90" fill="hold">
                      <p:stCondLst>
                        <p:cond delay="0"/>
                      </p:stCondLst>
                      <p:childTnLst>
                        <p:par>
                          <p:cTn id="91" fill="hold">
                            <p:stCondLst>
                              <p:cond delay="0"/>
                            </p:stCondLst>
                            <p:childTnLst>
                              <p:par>
                                <p:cTn id="92" presetID="2" presetClass="mediacall" presetSubtype="0" fill="hold" nodeType="clickEffect">
                                  <p:stCondLst>
                                    <p:cond delay="0"/>
                                  </p:stCondLst>
                                  <p:childTnLst>
                                    <p:cmd type="call" cmd="togglePause">
                                      <p:cBhvr>
                                        <p:cTn id="93" dur="1" fill="hold"/>
                                        <p:tgtEl>
                                          <p:spTgt spid="7"/>
                                        </p:tgtEl>
                                      </p:cBhvr>
                                    </p:cmd>
                                  </p:childTnLst>
                                </p:cTn>
                              </p:par>
                            </p:childTnLst>
                          </p:cTn>
                        </p:par>
                      </p:childTnLst>
                    </p:cTn>
                  </p:par>
                </p:childTnLst>
              </p:cTn>
              <p:nextCondLst>
                <p:cond evt="onClick" delay="0">
                  <p:tgtEl>
                    <p:spTgt spid="7"/>
                  </p:tgtEl>
                </p:cond>
              </p:nextCondLst>
            </p:seq>
            <p:video>
              <p:cMediaNode vol="100000">
                <p:cTn id="94" repeatCount="indefinite" fill="hold" display="0">
                  <p:stCondLst>
                    <p:cond delay="indefinite"/>
                  </p:stCondLst>
                </p:cTn>
                <p:tgtEl>
                  <p:spTgt spid="7"/>
                </p:tgtEl>
              </p:cMediaNode>
            </p:video>
          </p:childTnLst>
        </p:cTn>
      </p:par>
    </p:tnLst>
    <p:bldLst>
      <p:bldP spid="2" grpId="0"/>
      <p:bldGraphic spid="4" grpId="0">
        <p:bldSub>
          <a:bldDgm/>
        </p:bldSub>
      </p:bldGraphic>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C1BC7-0069-4243-A5B3-FBCB29D869FC}"/>
              </a:ext>
            </a:extLst>
          </p:cNvPr>
          <p:cNvSpPr>
            <a:spLocks noGrp="1"/>
          </p:cNvSpPr>
          <p:nvPr>
            <p:ph type="title"/>
          </p:nvPr>
        </p:nvSpPr>
        <p:spPr/>
        <p:txBody>
          <a:bodyPr/>
          <a:lstStyle/>
          <a:p>
            <a:r>
              <a:rPr lang="en-US" u="sng" dirty="0"/>
              <a:t>SECURE OPERATING SYSTEMS</a:t>
            </a:r>
          </a:p>
        </p:txBody>
      </p:sp>
      <p:sp>
        <p:nvSpPr>
          <p:cNvPr id="3" name="Content Placeholder 2">
            <a:extLst>
              <a:ext uri="{FF2B5EF4-FFF2-40B4-BE49-F238E27FC236}">
                <a16:creationId xmlns:a16="http://schemas.microsoft.com/office/drawing/2014/main" id="{77F815E3-F545-4E5B-B8FA-5D1D167A74AC}"/>
              </a:ext>
            </a:extLst>
          </p:cNvPr>
          <p:cNvSpPr>
            <a:spLocks noGrp="1"/>
          </p:cNvSpPr>
          <p:nvPr>
            <p:ph idx="1"/>
          </p:nvPr>
        </p:nvSpPr>
        <p:spPr>
          <a:xfrm>
            <a:off x="1154954" y="2603500"/>
            <a:ext cx="5762681" cy="3416300"/>
          </a:xfrm>
        </p:spPr>
        <p:txBody>
          <a:bodyPr>
            <a:normAutofit fontScale="92500"/>
          </a:bodyPr>
          <a:lstStyle/>
          <a:p>
            <a:pPr>
              <a:lnSpc>
                <a:spcPct val="150000"/>
              </a:lnSpc>
            </a:pPr>
            <a:r>
              <a:rPr lang="en-US" dirty="0">
                <a:solidFill>
                  <a:schemeClr val="tx2">
                    <a:lumMod val="60000"/>
                    <a:lumOff val="40000"/>
                  </a:schemeClr>
                </a:solidFill>
              </a:rPr>
              <a:t>One use implement </a:t>
            </a:r>
            <a:r>
              <a:rPr lang="en-US" dirty="0">
                <a:solidFill>
                  <a:schemeClr val="tx2">
                    <a:lumMod val="60000"/>
                    <a:lumOff val="40000"/>
                  </a:schemeClr>
                </a:solidFill>
                <a:hlinkClick r:id="rId2" tooltip="Security-evaluated operating system">
                  <a:extLst>
                    <a:ext uri="{A12FA001-AC4F-418D-AE19-62706E023703}">
                      <ahyp:hlinkClr xmlns:ahyp="http://schemas.microsoft.com/office/drawing/2018/hyperlinkcolor" val="tx"/>
                    </a:ext>
                  </a:extLst>
                </a:hlinkClick>
              </a:rPr>
              <a:t>secure </a:t>
            </a:r>
            <a:r>
              <a:rPr lang="en-US" dirty="0">
                <a:solidFill>
                  <a:schemeClr val="tx2">
                    <a:lumMod val="60000"/>
                    <a:lumOff val="40000"/>
                  </a:schemeClr>
                </a:solidFill>
              </a:rPr>
              <a:t>of the term computer security refers to </a:t>
            </a:r>
            <a:r>
              <a:rPr lang="en-US" dirty="0" err="1">
                <a:solidFill>
                  <a:schemeClr val="tx2">
                    <a:lumMod val="60000"/>
                    <a:lumOff val="40000"/>
                  </a:schemeClr>
                </a:solidFill>
              </a:rPr>
              <a:t>technologycertification</a:t>
            </a:r>
            <a:r>
              <a:rPr lang="en-US" dirty="0">
                <a:solidFill>
                  <a:schemeClr val="tx2">
                    <a:lumMod val="60000"/>
                    <a:lumOff val="40000"/>
                  </a:schemeClr>
                </a:solidFill>
              </a:rPr>
              <a:t>. that is used to </a:t>
            </a:r>
            <a:r>
              <a:rPr lang="en-US" dirty="0">
                <a:solidFill>
                  <a:schemeClr val="tx2">
                    <a:lumMod val="60000"/>
                    <a:lumOff val="40000"/>
                  </a:schemeClr>
                </a:solidFill>
                <a:hlinkClick r:id="rId2" tooltip="Security-evaluated operating system">
                  <a:extLst>
                    <a:ext uri="{A12FA001-AC4F-418D-AE19-62706E023703}">
                      <ahyp:hlinkClr xmlns:ahyp="http://schemas.microsoft.com/office/drawing/2018/hyperlinkcolor" val="tx"/>
                    </a:ext>
                  </a:extLst>
                </a:hlinkClick>
              </a:rPr>
              <a:t>operating systems</a:t>
            </a:r>
            <a:r>
              <a:rPr lang="en-US" dirty="0">
                <a:solidFill>
                  <a:schemeClr val="tx2">
                    <a:lumMod val="60000"/>
                    <a:lumOff val="40000"/>
                  </a:schemeClr>
                </a:solidFill>
              </a:rPr>
              <a:t>. Using secure operating systems is a good way of ensuring from an external security-auditing organization, the most popular evaluations are </a:t>
            </a:r>
            <a:r>
              <a:rPr lang="en-US" dirty="0">
                <a:solidFill>
                  <a:schemeClr val="tx2">
                    <a:lumMod val="60000"/>
                    <a:lumOff val="40000"/>
                  </a:schemeClr>
                </a:solidFill>
                <a:hlinkClick r:id="rId3" tooltip="Common Criteria">
                  <a:extLst>
                    <a:ext uri="{A12FA001-AC4F-418D-AE19-62706E023703}">
                      <ahyp:hlinkClr xmlns:ahyp="http://schemas.microsoft.com/office/drawing/2018/hyperlinkcolor" val="tx"/>
                    </a:ext>
                  </a:extLst>
                </a:hlinkClick>
              </a:rPr>
              <a:t>Common </a:t>
            </a:r>
            <a:r>
              <a:rPr lang="en-US" dirty="0" err="1">
                <a:solidFill>
                  <a:schemeClr val="tx2">
                    <a:lumMod val="60000"/>
                    <a:lumOff val="40000"/>
                  </a:schemeClr>
                </a:solidFill>
                <a:hlinkClick r:id="rId3" tooltip="Common Criteria">
                  <a:extLst>
                    <a:ext uri="{A12FA001-AC4F-418D-AE19-62706E023703}">
                      <ahyp:hlinkClr xmlns:ahyp="http://schemas.microsoft.com/office/drawing/2018/hyperlinkcolor" val="tx"/>
                    </a:ext>
                  </a:extLst>
                </a:hlinkClick>
              </a:rPr>
              <a:t>Criteria</a:t>
            </a:r>
            <a:r>
              <a:rPr lang="en-US" dirty="0" err="1">
                <a:solidFill>
                  <a:schemeClr val="tx2">
                    <a:lumMod val="60000"/>
                    <a:lumOff val="40000"/>
                  </a:schemeClr>
                </a:solidFill>
              </a:rPr>
              <a:t>computer</a:t>
            </a:r>
            <a:r>
              <a:rPr lang="en-US" dirty="0">
                <a:solidFill>
                  <a:schemeClr val="tx2">
                    <a:lumMod val="60000"/>
                    <a:lumOff val="40000"/>
                  </a:schemeClr>
                </a:solidFill>
              </a:rPr>
              <a:t> security. These are systems that have achieved</a:t>
            </a:r>
          </a:p>
        </p:txBody>
      </p:sp>
      <p:sp>
        <p:nvSpPr>
          <p:cNvPr id="5" name="Slide Number Placeholder 4">
            <a:extLst>
              <a:ext uri="{FF2B5EF4-FFF2-40B4-BE49-F238E27FC236}">
                <a16:creationId xmlns:a16="http://schemas.microsoft.com/office/drawing/2014/main" id="{9D1A7907-CDE4-422D-A2F4-E4CBA49B6566}"/>
              </a:ext>
            </a:extLst>
          </p:cNvPr>
          <p:cNvSpPr>
            <a:spLocks noGrp="1"/>
          </p:cNvSpPr>
          <p:nvPr>
            <p:ph type="sldNum" sz="quarter" idx="12"/>
          </p:nvPr>
        </p:nvSpPr>
        <p:spPr/>
        <p:txBody>
          <a:bodyPr/>
          <a:lstStyle/>
          <a:p>
            <a:fld id="{9B618960-8005-486C-9A75-10CB2AAC16F9}" type="slidenum">
              <a:rPr lang="en-US" smtClean="0"/>
              <a:t>16</a:t>
            </a:fld>
            <a:endParaRPr lang="en-US"/>
          </a:p>
        </p:txBody>
      </p:sp>
      <p:sp>
        <p:nvSpPr>
          <p:cNvPr id="6" name="Footer Placeholder 3">
            <a:extLst>
              <a:ext uri="{FF2B5EF4-FFF2-40B4-BE49-F238E27FC236}">
                <a16:creationId xmlns:a16="http://schemas.microsoft.com/office/drawing/2014/main" id="{DCC49648-F4A9-4160-9134-E52BBEEDE27A}"/>
              </a:ext>
            </a:extLst>
          </p:cNvPr>
          <p:cNvSpPr>
            <a:spLocks noGrp="1"/>
          </p:cNvSpPr>
          <p:nvPr>
            <p:ph type="ftr" sz="quarter" idx="11"/>
          </p:nvPr>
        </p:nvSpPr>
        <p:spPr>
          <a:xfrm>
            <a:off x="0" y="6547104"/>
            <a:ext cx="3867912" cy="310896"/>
          </a:xfrm>
        </p:spPr>
        <p:txBody>
          <a:bodyPr/>
          <a:lstStyle/>
          <a:p>
            <a:r>
              <a:rPr lang="en-US" sz="1400" dirty="0"/>
              <a:t>Jash A. Savsani</a:t>
            </a:r>
          </a:p>
        </p:txBody>
      </p:sp>
      <p:pic>
        <p:nvPicPr>
          <p:cNvPr id="5122" name="Picture 2" descr="Operating Systems in Security - Lesson ...">
            <a:extLst>
              <a:ext uri="{FF2B5EF4-FFF2-40B4-BE49-F238E27FC236}">
                <a16:creationId xmlns:a16="http://schemas.microsoft.com/office/drawing/2014/main" id="{37DDC7F5-B5E3-4B7F-B1C2-77D02C74101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8522" t="7669" r="7147" b="12539"/>
          <a:stretch/>
        </p:blipFill>
        <p:spPr bwMode="auto">
          <a:xfrm>
            <a:off x="7527235" y="2928729"/>
            <a:ext cx="3909392" cy="229262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4" name="Date Placeholder 3">
            <a:extLst>
              <a:ext uri="{FF2B5EF4-FFF2-40B4-BE49-F238E27FC236}">
                <a16:creationId xmlns:a16="http://schemas.microsoft.com/office/drawing/2014/main" id="{ADC7B8A4-576B-44A9-80A0-E903B2903DBE}"/>
              </a:ext>
            </a:extLst>
          </p:cNvPr>
          <p:cNvSpPr>
            <a:spLocks noGrp="1"/>
          </p:cNvSpPr>
          <p:nvPr>
            <p:ph type="dt" sz="half" idx="10"/>
          </p:nvPr>
        </p:nvSpPr>
        <p:spPr/>
        <p:txBody>
          <a:bodyPr/>
          <a:lstStyle/>
          <a:p>
            <a:fld id="{937E2D3D-98EC-404C-8332-94FB73601D6B}" type="datetime1">
              <a:rPr lang="en-US" smtClean="0"/>
              <a:t>3/28/2025</a:t>
            </a:fld>
            <a:endParaRPr lang="en-US"/>
          </a:p>
        </p:txBody>
      </p:sp>
    </p:spTree>
    <p:extLst>
      <p:ext uri="{BB962C8B-B14F-4D97-AF65-F5344CB8AC3E}">
        <p14:creationId xmlns:p14="http://schemas.microsoft.com/office/powerpoint/2010/main" val="354555198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par>
                          <p:cTn id="8" fill="hold">
                            <p:stCondLst>
                              <p:cond delay="2000"/>
                            </p:stCondLst>
                            <p:childTnLst>
                              <p:par>
                                <p:cTn id="9" presetID="16" presetClass="entr" presetSubtype="37" fill="hold" nodeType="afterEffect">
                                  <p:stCondLst>
                                    <p:cond delay="0"/>
                                  </p:stCondLst>
                                  <p:childTnLst>
                                    <p:set>
                                      <p:cBhvr>
                                        <p:cTn id="10" dur="1" fill="hold">
                                          <p:stCondLst>
                                            <p:cond delay="0"/>
                                          </p:stCondLst>
                                        </p:cTn>
                                        <p:tgtEl>
                                          <p:spTgt spid="5122"/>
                                        </p:tgtEl>
                                        <p:attrNameLst>
                                          <p:attrName>style.visibility</p:attrName>
                                        </p:attrNameLst>
                                      </p:cBhvr>
                                      <p:to>
                                        <p:strVal val="visible"/>
                                      </p:to>
                                    </p:set>
                                    <p:animEffect transition="in" filter="barn(outVertical)">
                                      <p:cBhvr>
                                        <p:cTn id="11" dur="500"/>
                                        <p:tgtEl>
                                          <p:spTgt spid="5122"/>
                                        </p:tgtEl>
                                      </p:cBhvr>
                                    </p:animEffect>
                                  </p:childTnLst>
                                </p:cTn>
                              </p:par>
                            </p:childTnLst>
                          </p:cTn>
                        </p:par>
                      </p:childTnLst>
                    </p:cTn>
                  </p:par>
                  <p:par>
                    <p:cTn id="12" fill="hold">
                      <p:stCondLst>
                        <p:cond delay="indefinite"/>
                      </p:stCondLst>
                      <p:childTnLst>
                        <p:par>
                          <p:cTn id="13" fill="hold">
                            <p:stCondLst>
                              <p:cond delay="0"/>
                            </p:stCondLst>
                            <p:childTnLst>
                              <p:par>
                                <p:cTn id="14" presetID="14" presetClass="entr" presetSubtype="10" fill="hold" nodeType="clickEffect">
                                  <p:stCondLst>
                                    <p:cond delay="0"/>
                                  </p:stCondLst>
                                  <p:childTnLst>
                                    <p:set>
                                      <p:cBhvr>
                                        <p:cTn id="15" dur="1" fill="hold">
                                          <p:stCondLst>
                                            <p:cond delay="0"/>
                                          </p:stCondLst>
                                        </p:cTn>
                                        <p:tgtEl>
                                          <p:spTgt spid="3">
                                            <p:txEl>
                                              <p:pRg st="0" end="0"/>
                                            </p:txEl>
                                          </p:spTgt>
                                        </p:tgtEl>
                                        <p:attrNameLst>
                                          <p:attrName>style.visibility</p:attrName>
                                        </p:attrNameLst>
                                      </p:cBhvr>
                                      <p:to>
                                        <p:strVal val="visible"/>
                                      </p:to>
                                    </p:set>
                                    <p:animEffect transition="in" filter="randombar(horizontal)">
                                      <p:cBhvr>
                                        <p:cTn id="16"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7D70A-9002-454F-8134-59903A4A6DD6}"/>
              </a:ext>
            </a:extLst>
          </p:cNvPr>
          <p:cNvSpPr>
            <a:spLocks noGrp="1"/>
          </p:cNvSpPr>
          <p:nvPr>
            <p:ph type="title"/>
          </p:nvPr>
        </p:nvSpPr>
        <p:spPr/>
        <p:txBody>
          <a:bodyPr/>
          <a:lstStyle/>
          <a:p>
            <a:r>
              <a:rPr lang="en-US" u="sng" dirty="0"/>
              <a:t>SECURE CODING</a:t>
            </a:r>
          </a:p>
        </p:txBody>
      </p:sp>
      <p:sp>
        <p:nvSpPr>
          <p:cNvPr id="3" name="Content Placeholder 2">
            <a:extLst>
              <a:ext uri="{FF2B5EF4-FFF2-40B4-BE49-F238E27FC236}">
                <a16:creationId xmlns:a16="http://schemas.microsoft.com/office/drawing/2014/main" id="{B9734A32-1A3D-4C0F-A143-80EA20A10FE4}"/>
              </a:ext>
            </a:extLst>
          </p:cNvPr>
          <p:cNvSpPr>
            <a:spLocks noGrp="1"/>
          </p:cNvSpPr>
          <p:nvPr>
            <p:ph idx="1"/>
          </p:nvPr>
        </p:nvSpPr>
        <p:spPr>
          <a:xfrm>
            <a:off x="1154955" y="2603500"/>
            <a:ext cx="5709672" cy="3416300"/>
          </a:xfrm>
        </p:spPr>
        <p:txBody>
          <a:bodyPr>
            <a:normAutofit fontScale="92500" lnSpcReduction="10000"/>
          </a:bodyPr>
          <a:lstStyle/>
          <a:p>
            <a:pPr>
              <a:lnSpc>
                <a:spcPct val="150000"/>
              </a:lnSpc>
            </a:pPr>
            <a:r>
              <a:rPr lang="en-US" dirty="0">
                <a:solidFill>
                  <a:schemeClr val="tx2">
                    <a:lumMod val="60000"/>
                    <a:lumOff val="40000"/>
                  </a:schemeClr>
                </a:solidFill>
              </a:rPr>
              <a:t>In software engineering, </a:t>
            </a:r>
            <a:r>
              <a:rPr lang="en-US" dirty="0">
                <a:solidFill>
                  <a:schemeClr val="tx2">
                    <a:lumMod val="60000"/>
                    <a:lumOff val="40000"/>
                  </a:schemeClr>
                </a:solidFill>
                <a:hlinkClick r:id="rId2" tooltip="Secure coding">
                  <a:extLst>
                    <a:ext uri="{A12FA001-AC4F-418D-AE19-62706E023703}">
                      <ahyp:hlinkClr xmlns:ahyp="http://schemas.microsoft.com/office/drawing/2018/hyperlinkcolor" val="tx"/>
                    </a:ext>
                  </a:extLst>
                </a:hlinkClick>
              </a:rPr>
              <a:t>secure coding</a:t>
            </a:r>
            <a:r>
              <a:rPr lang="en-US" dirty="0">
                <a:solidFill>
                  <a:schemeClr val="tx2">
                    <a:lumMod val="60000"/>
                    <a:lumOff val="40000"/>
                  </a:schemeClr>
                </a:solidFill>
              </a:rPr>
              <a:t> aims to guard against the accidental introduction of security vulnerabilities. It is also possible to create software designed from the ground up to be secure. Such systems are </a:t>
            </a:r>
            <a:r>
              <a:rPr lang="en-US" dirty="0">
                <a:solidFill>
                  <a:schemeClr val="tx2">
                    <a:lumMod val="60000"/>
                    <a:lumOff val="40000"/>
                  </a:schemeClr>
                </a:solidFill>
                <a:hlinkClick r:id="rId3" tooltip="Secure by design">
                  <a:extLst>
                    <a:ext uri="{A12FA001-AC4F-418D-AE19-62706E023703}">
                      <ahyp:hlinkClr xmlns:ahyp="http://schemas.microsoft.com/office/drawing/2018/hyperlinkcolor" val="tx"/>
                    </a:ext>
                  </a:extLst>
                </a:hlinkClick>
              </a:rPr>
              <a:t>secure by design</a:t>
            </a:r>
            <a:r>
              <a:rPr lang="en-US" dirty="0">
                <a:solidFill>
                  <a:schemeClr val="tx2">
                    <a:lumMod val="60000"/>
                    <a:lumOff val="40000"/>
                  </a:schemeClr>
                </a:solidFill>
              </a:rPr>
              <a:t>. Beyond this, formal verification aims to prove the </a:t>
            </a:r>
            <a:r>
              <a:rPr lang="en-US" dirty="0">
                <a:solidFill>
                  <a:schemeClr val="tx2">
                    <a:lumMod val="60000"/>
                    <a:lumOff val="40000"/>
                  </a:schemeClr>
                </a:solidFill>
                <a:hlinkClick r:id="rId4" tooltip="Correctness (computer science)">
                  <a:extLst>
                    <a:ext uri="{A12FA001-AC4F-418D-AE19-62706E023703}">
                      <ahyp:hlinkClr xmlns:ahyp="http://schemas.microsoft.com/office/drawing/2018/hyperlinkcolor" val="tx"/>
                    </a:ext>
                  </a:extLst>
                </a:hlinkClick>
              </a:rPr>
              <a:t>correctness</a:t>
            </a:r>
            <a:r>
              <a:rPr lang="en-US" dirty="0">
                <a:solidFill>
                  <a:schemeClr val="tx2">
                    <a:lumMod val="60000"/>
                    <a:lumOff val="40000"/>
                  </a:schemeClr>
                </a:solidFill>
              </a:rPr>
              <a:t> of the </a:t>
            </a:r>
            <a:r>
              <a:rPr lang="en-US" dirty="0">
                <a:solidFill>
                  <a:schemeClr val="tx2">
                    <a:lumMod val="60000"/>
                    <a:lumOff val="40000"/>
                  </a:schemeClr>
                </a:solidFill>
                <a:hlinkClick r:id="rId5" tooltip="Algorithms">
                  <a:extLst>
                    <a:ext uri="{A12FA001-AC4F-418D-AE19-62706E023703}">
                      <ahyp:hlinkClr xmlns:ahyp="http://schemas.microsoft.com/office/drawing/2018/hyperlinkcolor" val="tx"/>
                    </a:ext>
                  </a:extLst>
                </a:hlinkClick>
              </a:rPr>
              <a:t>algorithms</a:t>
            </a:r>
            <a:r>
              <a:rPr lang="en-US" dirty="0">
                <a:solidFill>
                  <a:schemeClr val="tx2">
                    <a:lumMod val="60000"/>
                    <a:lumOff val="40000"/>
                  </a:schemeClr>
                </a:solidFill>
              </a:rPr>
              <a:t> underlying a </a:t>
            </a:r>
            <a:r>
              <a:rPr lang="en-US" dirty="0" err="1">
                <a:solidFill>
                  <a:schemeClr val="tx2">
                    <a:lumMod val="60000"/>
                    <a:lumOff val="40000"/>
                  </a:schemeClr>
                </a:solidFill>
              </a:rPr>
              <a:t>system.important</a:t>
            </a:r>
            <a:r>
              <a:rPr lang="en-US" dirty="0">
                <a:solidFill>
                  <a:schemeClr val="tx2">
                    <a:lumMod val="60000"/>
                    <a:lumOff val="40000"/>
                  </a:schemeClr>
                </a:solidFill>
              </a:rPr>
              <a:t> for </a:t>
            </a:r>
            <a:r>
              <a:rPr lang="en-US" dirty="0">
                <a:solidFill>
                  <a:schemeClr val="tx2">
                    <a:lumMod val="60000"/>
                    <a:lumOff val="40000"/>
                  </a:schemeClr>
                </a:solidFill>
                <a:hlinkClick r:id="rId6" tooltip="Cryptographic protocol">
                  <a:extLst>
                    <a:ext uri="{A12FA001-AC4F-418D-AE19-62706E023703}">
                      <ahyp:hlinkClr xmlns:ahyp="http://schemas.microsoft.com/office/drawing/2018/hyperlinkcolor" val="tx"/>
                    </a:ext>
                  </a:extLst>
                </a:hlinkClick>
              </a:rPr>
              <a:t>cryptographic protocols</a:t>
            </a:r>
            <a:r>
              <a:rPr lang="en-US" dirty="0">
                <a:solidFill>
                  <a:schemeClr val="tx2">
                    <a:lumMod val="60000"/>
                    <a:lumOff val="40000"/>
                  </a:schemeClr>
                </a:solidFill>
              </a:rPr>
              <a:t> for example.</a:t>
            </a:r>
          </a:p>
        </p:txBody>
      </p:sp>
      <p:sp>
        <p:nvSpPr>
          <p:cNvPr id="5" name="Slide Number Placeholder 4">
            <a:extLst>
              <a:ext uri="{FF2B5EF4-FFF2-40B4-BE49-F238E27FC236}">
                <a16:creationId xmlns:a16="http://schemas.microsoft.com/office/drawing/2014/main" id="{9FBA5D65-9144-483C-B3DD-8D09824DDD3A}"/>
              </a:ext>
            </a:extLst>
          </p:cNvPr>
          <p:cNvSpPr>
            <a:spLocks noGrp="1"/>
          </p:cNvSpPr>
          <p:nvPr>
            <p:ph type="sldNum" sz="quarter" idx="12"/>
          </p:nvPr>
        </p:nvSpPr>
        <p:spPr/>
        <p:txBody>
          <a:bodyPr/>
          <a:lstStyle/>
          <a:p>
            <a:fld id="{9B618960-8005-486C-9A75-10CB2AAC16F9}" type="slidenum">
              <a:rPr lang="en-US" smtClean="0"/>
              <a:t>17</a:t>
            </a:fld>
            <a:endParaRPr lang="en-US"/>
          </a:p>
        </p:txBody>
      </p:sp>
      <p:sp>
        <p:nvSpPr>
          <p:cNvPr id="6" name="Footer Placeholder 3">
            <a:extLst>
              <a:ext uri="{FF2B5EF4-FFF2-40B4-BE49-F238E27FC236}">
                <a16:creationId xmlns:a16="http://schemas.microsoft.com/office/drawing/2014/main" id="{8FCA5F3A-4093-4B90-B818-4AC8A6A446E0}"/>
              </a:ext>
            </a:extLst>
          </p:cNvPr>
          <p:cNvSpPr>
            <a:spLocks noGrp="1"/>
          </p:cNvSpPr>
          <p:nvPr>
            <p:ph type="ftr" sz="quarter" idx="11"/>
          </p:nvPr>
        </p:nvSpPr>
        <p:spPr>
          <a:xfrm>
            <a:off x="0" y="6547104"/>
            <a:ext cx="3867912" cy="310896"/>
          </a:xfrm>
        </p:spPr>
        <p:txBody>
          <a:bodyPr/>
          <a:lstStyle/>
          <a:p>
            <a:r>
              <a:rPr lang="en-US" sz="1400" dirty="0"/>
              <a:t>Jash A. Savsani</a:t>
            </a:r>
          </a:p>
        </p:txBody>
      </p:sp>
      <p:pic>
        <p:nvPicPr>
          <p:cNvPr id="4098" name="Picture 2" descr="Essential Secure Coding Practices for ...">
            <a:extLst>
              <a:ext uri="{FF2B5EF4-FFF2-40B4-BE49-F238E27FC236}">
                <a16:creationId xmlns:a16="http://schemas.microsoft.com/office/drawing/2014/main" id="{B47D2A61-1D01-4CB2-89E3-7EEB4D813DE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67963" y="2753275"/>
            <a:ext cx="4599767" cy="269102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A0610449-9FF8-4104-9157-4773F30214E3}"/>
              </a:ext>
            </a:extLst>
          </p:cNvPr>
          <p:cNvSpPr>
            <a:spLocks noGrp="1"/>
          </p:cNvSpPr>
          <p:nvPr>
            <p:ph type="dt" sz="half" idx="10"/>
          </p:nvPr>
        </p:nvSpPr>
        <p:spPr/>
        <p:txBody>
          <a:bodyPr/>
          <a:lstStyle/>
          <a:p>
            <a:fld id="{B53FAD70-6D5D-40CA-8FD3-BFF9DCF13014}" type="datetime1">
              <a:rPr lang="en-US" smtClean="0"/>
              <a:t>3/28/2025</a:t>
            </a:fld>
            <a:endParaRPr lang="en-US"/>
          </a:p>
        </p:txBody>
      </p:sp>
    </p:spTree>
    <p:extLst>
      <p:ext uri="{BB962C8B-B14F-4D97-AF65-F5344CB8AC3E}">
        <p14:creationId xmlns:p14="http://schemas.microsoft.com/office/powerpoint/2010/main" val="222354661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25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528" fill="hold" nodeType="clickEffect">
                                  <p:stCondLst>
                                    <p:cond delay="0"/>
                                  </p:stCondLst>
                                  <p:childTnLst>
                                    <p:set>
                                      <p:cBhvr>
                                        <p:cTn id="13" dur="1" fill="hold">
                                          <p:stCondLst>
                                            <p:cond delay="0"/>
                                          </p:stCondLst>
                                        </p:cTn>
                                        <p:tgtEl>
                                          <p:spTgt spid="4098"/>
                                        </p:tgtEl>
                                        <p:attrNameLst>
                                          <p:attrName>style.visibility</p:attrName>
                                        </p:attrNameLst>
                                      </p:cBhvr>
                                      <p:to>
                                        <p:strVal val="visible"/>
                                      </p:to>
                                    </p:set>
                                    <p:anim calcmode="lin" valueType="num">
                                      <p:cBhvr>
                                        <p:cTn id="14" dur="500" fill="hold"/>
                                        <p:tgtEl>
                                          <p:spTgt spid="4098"/>
                                        </p:tgtEl>
                                        <p:attrNameLst>
                                          <p:attrName>ppt_w</p:attrName>
                                        </p:attrNameLst>
                                      </p:cBhvr>
                                      <p:tavLst>
                                        <p:tav tm="0">
                                          <p:val>
                                            <p:fltVal val="0"/>
                                          </p:val>
                                        </p:tav>
                                        <p:tav tm="100000">
                                          <p:val>
                                            <p:strVal val="#ppt_w"/>
                                          </p:val>
                                        </p:tav>
                                      </p:tavLst>
                                    </p:anim>
                                    <p:anim calcmode="lin" valueType="num">
                                      <p:cBhvr>
                                        <p:cTn id="15" dur="500" fill="hold"/>
                                        <p:tgtEl>
                                          <p:spTgt spid="4098"/>
                                        </p:tgtEl>
                                        <p:attrNameLst>
                                          <p:attrName>ppt_h</p:attrName>
                                        </p:attrNameLst>
                                      </p:cBhvr>
                                      <p:tavLst>
                                        <p:tav tm="0">
                                          <p:val>
                                            <p:fltVal val="0"/>
                                          </p:val>
                                        </p:tav>
                                        <p:tav tm="100000">
                                          <p:val>
                                            <p:strVal val="#ppt_h"/>
                                          </p:val>
                                        </p:tav>
                                      </p:tavLst>
                                    </p:anim>
                                    <p:animEffect transition="in" filter="fade">
                                      <p:cBhvr>
                                        <p:cTn id="16" dur="500"/>
                                        <p:tgtEl>
                                          <p:spTgt spid="4098"/>
                                        </p:tgtEl>
                                      </p:cBhvr>
                                    </p:animEffect>
                                    <p:anim calcmode="lin" valueType="num">
                                      <p:cBhvr>
                                        <p:cTn id="17" dur="500" fill="hold"/>
                                        <p:tgtEl>
                                          <p:spTgt spid="4098"/>
                                        </p:tgtEl>
                                        <p:attrNameLst>
                                          <p:attrName>ppt_x</p:attrName>
                                        </p:attrNameLst>
                                      </p:cBhvr>
                                      <p:tavLst>
                                        <p:tav tm="0">
                                          <p:val>
                                            <p:fltVal val="0.5"/>
                                          </p:val>
                                        </p:tav>
                                        <p:tav tm="100000">
                                          <p:val>
                                            <p:strVal val="#ppt_x"/>
                                          </p:val>
                                        </p:tav>
                                      </p:tavLst>
                                    </p:anim>
                                    <p:anim calcmode="lin" valueType="num">
                                      <p:cBhvr>
                                        <p:cTn id="18" dur="500" fill="hold"/>
                                        <p:tgtEl>
                                          <p:spTgt spid="4098"/>
                                        </p:tgtEl>
                                        <p:attrNameLst>
                                          <p:attrName>ppt_y</p:attrName>
                                        </p:attrNameLst>
                                      </p:cBhvr>
                                      <p:tavLst>
                                        <p:tav tm="0">
                                          <p:val>
                                            <p:fltVal val="0.5"/>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53" presetClass="entr" presetSubtype="528" fill="hold" nodeType="clickEffect">
                                  <p:stCondLst>
                                    <p:cond delay="0"/>
                                  </p:stCondLst>
                                  <p:childTnLst>
                                    <p:set>
                                      <p:cBhvr>
                                        <p:cTn id="22" dur="1" fill="hold">
                                          <p:stCondLst>
                                            <p:cond delay="0"/>
                                          </p:stCondLst>
                                        </p:cTn>
                                        <p:tgtEl>
                                          <p:spTgt spid="3">
                                            <p:txEl>
                                              <p:pRg st="0" end="0"/>
                                            </p:txEl>
                                          </p:spTgt>
                                        </p:tgtEl>
                                        <p:attrNameLst>
                                          <p:attrName>style.visibility</p:attrName>
                                        </p:attrNameLst>
                                      </p:cBhvr>
                                      <p:to>
                                        <p:strVal val="visible"/>
                                      </p:to>
                                    </p:set>
                                    <p:anim calcmode="lin" valueType="num">
                                      <p:cBhvr>
                                        <p:cTn id="23"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24"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25" dur="500"/>
                                        <p:tgtEl>
                                          <p:spTgt spid="3">
                                            <p:txEl>
                                              <p:pRg st="0" end="0"/>
                                            </p:txEl>
                                          </p:spTgt>
                                        </p:tgtEl>
                                      </p:cBhvr>
                                    </p:animEffect>
                                    <p:anim calcmode="lin" valueType="num">
                                      <p:cBhvr>
                                        <p:cTn id="26" dur="500" fill="hold"/>
                                        <p:tgtEl>
                                          <p:spTgt spid="3">
                                            <p:txEl>
                                              <p:pRg st="0" end="0"/>
                                            </p:txEl>
                                          </p:spTgt>
                                        </p:tgtEl>
                                        <p:attrNameLst>
                                          <p:attrName>ppt_x</p:attrName>
                                        </p:attrNameLst>
                                      </p:cBhvr>
                                      <p:tavLst>
                                        <p:tav tm="0">
                                          <p:val>
                                            <p:fltVal val="0.5"/>
                                          </p:val>
                                        </p:tav>
                                        <p:tav tm="100000">
                                          <p:val>
                                            <p:strVal val="#ppt_x"/>
                                          </p:val>
                                        </p:tav>
                                      </p:tavLst>
                                    </p:anim>
                                    <p:anim calcmode="lin" valueType="num">
                                      <p:cBhvr>
                                        <p:cTn id="27" dur="500" fill="hold"/>
                                        <p:tgtEl>
                                          <p:spTgt spid="3">
                                            <p:txEl>
                                              <p:pRg st="0" end="0"/>
                                            </p:txEl>
                                          </p:spTgt>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EC7F02AD-9687-440F-A9DF-FAA6F22270D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themeOverride>
</file>

<file path=ppt/theme/themeOverride2.xml><?xml version="1.0" encoding="utf-8"?>
<a:themeOverride xmlns:a="http://schemas.openxmlformats.org/drawingml/2006/main">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themeOverride>
</file>

<file path=ppt/theme/themeOverride3.xml><?xml version="1.0" encoding="utf-8"?>
<a:themeOverride xmlns:a="http://schemas.openxmlformats.org/drawingml/2006/main">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themeOverride>
</file>

<file path=ppt/theme/themeOverride4.xml><?xml version="1.0" encoding="utf-8"?>
<a:themeOverride xmlns:a="http://schemas.openxmlformats.org/drawingml/2006/main">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themeOverride>
</file>

<file path=ppt/theme/themeOverride5.xml><?xml version="1.0" encoding="utf-8"?>
<a:themeOverride xmlns:a="http://schemas.openxmlformats.org/drawingml/2006/main">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themeOverride>
</file>

<file path=ppt/theme/themeOverride6.xml><?xml version="1.0" encoding="utf-8"?>
<a:themeOverride xmlns:a="http://schemas.openxmlformats.org/drawingml/2006/main">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themeOverride>
</file>

<file path=ppt/theme/themeOverride7.xml><?xml version="1.0" encoding="utf-8"?>
<a:themeOverride xmlns:a="http://schemas.openxmlformats.org/drawingml/2006/main">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themeOverride>
</file>

<file path=ppt/theme/themeOverride8.xml><?xml version="1.0" encoding="utf-8"?>
<a:themeOverride xmlns:a="http://schemas.openxmlformats.org/drawingml/2006/main">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themeOverride>
</file>

<file path=docProps/app.xml><?xml version="1.0" encoding="utf-8"?>
<Properties xmlns="http://schemas.openxmlformats.org/officeDocument/2006/extended-properties" xmlns:vt="http://schemas.openxmlformats.org/officeDocument/2006/docPropsVTypes">
  <Template/>
  <TotalTime>264</TotalTime>
  <Words>1443</Words>
  <Application>Microsoft Office PowerPoint</Application>
  <PresentationFormat>Widescreen</PresentationFormat>
  <Paragraphs>140</Paragraphs>
  <Slides>17</Slides>
  <Notes>0</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Century Gothic</vt:lpstr>
      <vt:lpstr>Wingdings 3</vt:lpstr>
      <vt:lpstr>Ion Boardroom</vt:lpstr>
      <vt:lpstr>CYBERSECURITY TRENDS &amp; THREATS IN 2025</vt:lpstr>
      <vt:lpstr>WHAT IS CYBER SECURITY?</vt:lpstr>
      <vt:lpstr>CYBERSECURITY BEST PRACTICES</vt:lpstr>
      <vt:lpstr>COMMON CYBER THREATS</vt:lpstr>
      <vt:lpstr>KEY AREAS OF CYBERSECURITY</vt:lpstr>
      <vt:lpstr>IMPORTANCE OF CYBERSECURITY</vt:lpstr>
      <vt:lpstr>TYPES OF CYBERSECURITY MEASURES</vt:lpstr>
      <vt:lpstr>CYBERSECURITY METRIC</vt:lpstr>
      <vt:lpstr>INFORMATION SECURITY PRACTICES</vt:lpstr>
      <vt:lpstr>INFORMATION SECURITY PRACTICES(CONTINUE)</vt:lpstr>
      <vt:lpstr>CYBERSECURITY THREATS &amp; CYBER ATTACKS </vt:lpstr>
      <vt:lpstr>COMPUTER PROTECTION (COUNTERMEASURES)</vt:lpstr>
      <vt:lpstr>SECURITY BY DESIGN</vt:lpstr>
      <vt:lpstr>HARDWARE PROTECTION MECHANISMS</vt:lpstr>
      <vt:lpstr>TYPES OF SECURITY AND PRIVACY</vt:lpstr>
      <vt:lpstr>SECURE OPERATING SYSTEMS</vt:lpstr>
      <vt:lpstr>SECURE CODING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HP</dc:creator>
  <cp:lastModifiedBy>savsanijash8@outlook.com</cp:lastModifiedBy>
  <cp:revision>16</cp:revision>
  <dcterms:created xsi:type="dcterms:W3CDTF">2025-03-22T09:58:41Z</dcterms:created>
  <dcterms:modified xsi:type="dcterms:W3CDTF">2025-03-28T03:40:53Z</dcterms:modified>
</cp:coreProperties>
</file>